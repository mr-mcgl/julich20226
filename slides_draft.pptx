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s/slide20.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slideLayouts/slideLayout25.xml" ContentType="application/vnd.openxmlformats-officedocument.presentationml.slideLayout+xml"/>
  <Override PartName="/ppt/slides/slide15.xml" ContentType="application/vnd.openxmlformats-officedocument.presentationml.slide+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7.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theme/theme3.xml" ContentType="application/vnd.openxmlformats-officedocument.theme+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slides/slide5.xml" ContentType="application/vnd.openxmlformats-officedocument.presentationml.slide+xml"/>
  <Override PartName="/ppt/slideLayouts/slideLayout2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notesSlides/notesSlide3.xml" ContentType="application/vnd.openxmlformats-officedocument.presentationml.notesSlide+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8.xml" ContentType="application/vnd.openxmlformats-officedocument.presentationml.slideLayout+xml"/>
  <Override PartName="/ppt/slideMasters/slideMaster2.xml" ContentType="application/vnd.openxmlformats-officedocument.presentationml.slideMaster+xml"/>
  <Override PartName="/ppt/slideLayouts/slideLayout22.xml" ContentType="application/vnd.openxmlformats-officedocument.presentationml.slideLayout+xml"/>
  <Override PartName="/ppt/slides/slide2.xml" ContentType="application/vnd.openxmlformats-officedocument.presentationml.slide+xml"/>
  <Override PartName="/ppt/slideLayouts/slideLayout23.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24.xml" ContentType="application/vnd.openxmlformats-officedocument.presentationml.slideLayout+xml"/>
  <Override PartName="/ppt/slideLayouts/slideLayout11.xml" ContentType="application/vnd.openxmlformats-officedocument.presentationml.slideLayout+xml"/>
  <Override PartName="/ppt/slideLayouts/slideLayout26.xml" ContentType="application/vnd.openxmlformats-officedocument.presentationml.slideLayout+xml"/>
  <Override PartName="/ppt/notesSlides/notesSlide6.xml" ContentType="application/vnd.openxmlformats-officedocument.presentationml.notesSlide+xml"/>
  <Override PartName="/ppt/slides/slide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 id="2147483662" r:id="rId2"/>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144000" cy="6858000" type="screen4x3"/>
  <p:notesSz cx="6858000" cy="9144000"/>
  <p:defaultTextStyle>
    <a:defPPr marL="0" marR="0" indent="0" algn="l" defTabSz="914400" rtl="0">
      <a:lnSpc>
        <a:spcPct val="100000"/>
      </a:lnSpc>
      <a:spcBef>
        <a:spcPts val="0"/>
      </a:spcBef>
      <a:spcAft>
        <a:spcPts val="0"/>
      </a:spcAft>
      <a:buClrTx/>
      <a:buSzTx/>
      <a:buFontTx/>
      <a:buNone/>
      <a:defRPr sz="1800" b="0" i="0" u="none" strike="noStrike" cap="none" spc="0">
        <a:ln>
          <a:noFill/>
        </a:ln>
        <a:solidFill>
          <a:srgbClr val="000000"/>
        </a:solidFill>
      </a:defRPr>
    </a:defPPr>
    <a:lvl1pPr marL="0" marR="0" indent="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1pPr>
    <a:lvl2pPr marL="0" marR="0" indent="4572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2pPr>
    <a:lvl3pPr marL="0" marR="0" indent="9144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3pPr>
    <a:lvl4pPr marL="0" marR="0" indent="13716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4pPr>
    <a:lvl5pPr marL="0" marR="0" indent="18288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5pPr>
    <a:lvl6pPr marL="0" marR="0" indent="22860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6pPr>
    <a:lvl7pPr marL="0" marR="0" indent="27432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7pPr>
    <a:lvl8pPr marL="0" marR="0" indent="32004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8pPr>
    <a:lvl9pPr marL="0" marR="0" indent="3657600" algn="l" defTabSz="914400" rtl="0">
      <a:lnSpc>
        <a:spcPct val="100000"/>
      </a:lnSpc>
      <a:spcBef>
        <a:spcPts val="0"/>
      </a:spcBef>
      <a:spcAft>
        <a:spcPts val="0"/>
      </a:spcAft>
      <a:buClrTx/>
      <a:buSzTx/>
      <a:buFontTx/>
      <a:buNone/>
      <a:defRPr sz="1800" b="0" i="0" u="none" strike="noStrike" cap="none" spc="0">
        <a:ln>
          <a:noFill/>
        </a:ln>
        <a:solidFill>
          <a:srgbClr val="000000"/>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17" d="100"/>
          <a:sy n="117" d="100"/>
        </p:scale>
        <p:origin x="832" y="176"/>
      </p:cViewPr>
      <p:guideLst>
        <p:guide pos="981" orient="horz"/>
        <p:guide pos="3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theme" Target="theme/theme1.xml"/><Relationship Id="rId4" Type="http://schemas.openxmlformats.org/officeDocument/2006/relationships/theme" Target="theme/theme2.xml"/><Relationship Id="rId5" Type="http://schemas.openxmlformats.org/officeDocument/2006/relationships/theme" Target="theme/theme3.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notesMaster" Target="notesMasters/notesMaster1.xml"/><Relationship Id="rId30" Type="http://schemas.openxmlformats.org/officeDocument/2006/relationships/presProps" Target="presProps.xml" /><Relationship Id="rId31" Type="http://schemas.openxmlformats.org/officeDocument/2006/relationships/tableStyles" Target="tableStyles.xml" /><Relationship Id="rId3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14071265" name="Shape 118"/>
          <p:cNvSpPr>
            <a:spLocks noChangeAspect="1" noGrp="1" noRot="1"/>
          </p:cNvSpPr>
          <p:nvPr>
            <p:ph type="sldImg"/>
          </p:nvPr>
        </p:nvSpPr>
        <p:spPr bwMode="auto">
          <a:xfrm>
            <a:off x="1143000" y="685800"/>
            <a:ext cx="4572000" cy="3429000"/>
          </a:xfrm>
          <a:prstGeom prst="rect">
            <a:avLst/>
          </a:prstGeom>
        </p:spPr>
        <p:txBody>
          <a:bodyPr/>
          <a:lstStyle/>
          <a:p>
            <a:pPr>
              <a:defRPr/>
            </a:pPr>
            <a:endParaRPr/>
          </a:p>
        </p:txBody>
      </p:sp>
      <p:sp>
        <p:nvSpPr>
          <p:cNvPr id="1371775085" name="Shape 119"/>
          <p:cNvSpPr>
            <a:spLocks noGrp="1"/>
          </p:cNvSpPr>
          <p:nvPr>
            <p:ph type="body" sz="quarter" idx="1"/>
          </p:nvPr>
        </p:nvSpPr>
        <p:spPr bwMode="auto">
          <a:xfrm>
            <a:off x="914400" y="4343400"/>
            <a:ext cx="5029200" cy="4114800"/>
          </a:xfrm>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a:defRPr sz="1200">
        <a:latin typeface="+mn-lt"/>
        <a:ea typeface="+mn-ea"/>
        <a:cs typeface="+mn-cs"/>
      </a:defRPr>
    </a:lvl1pPr>
    <a:lvl2pPr indent="228600">
      <a:defRPr sz="1200">
        <a:latin typeface="+mn-lt"/>
        <a:ea typeface="+mn-ea"/>
        <a:cs typeface="+mn-cs"/>
      </a:defRPr>
    </a:lvl2pPr>
    <a:lvl3pPr indent="457200">
      <a:defRPr sz="1200">
        <a:latin typeface="+mn-lt"/>
        <a:ea typeface="+mn-ea"/>
        <a:cs typeface="+mn-cs"/>
      </a:defRPr>
    </a:lvl3pPr>
    <a:lvl4pPr indent="685800">
      <a:defRPr sz="1200">
        <a:latin typeface="+mn-lt"/>
        <a:ea typeface="+mn-ea"/>
        <a:cs typeface="+mn-cs"/>
      </a:defRPr>
    </a:lvl4pPr>
    <a:lvl5pPr indent="914400">
      <a:defRPr sz="1200">
        <a:latin typeface="+mn-lt"/>
        <a:ea typeface="+mn-ea"/>
        <a:cs typeface="+mn-cs"/>
      </a:defRPr>
    </a:lvl5pPr>
    <a:lvl6pPr indent="1143000">
      <a:defRPr sz="1200">
        <a:latin typeface="+mn-lt"/>
        <a:ea typeface="+mn-ea"/>
        <a:cs typeface="+mn-cs"/>
      </a:defRPr>
    </a:lvl6pPr>
    <a:lvl7pPr indent="1371600">
      <a:defRPr sz="1200">
        <a:latin typeface="+mn-lt"/>
        <a:ea typeface="+mn-ea"/>
        <a:cs typeface="+mn-cs"/>
      </a:defRPr>
    </a:lvl7pPr>
    <a:lvl8pPr indent="1600200">
      <a:defRPr sz="1200">
        <a:latin typeface="+mn-lt"/>
        <a:ea typeface="+mn-ea"/>
        <a:cs typeface="+mn-cs"/>
      </a:defRPr>
    </a:lvl8pPr>
    <a:lvl9pPr indent="1828800">
      <a:defRPr sz="12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 Id="rId3" Type="http://schemas.openxmlformats.org/officeDocument/2006/relationships/hyperlink" Target="https://vg-lab.es/melvin/"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 Id="rId3" Type="http://schemas.openxmlformats.org/officeDocument/2006/relationships/hyperlink" Target="https://vg-lab.es/melvi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9354137" name="Slide Image Placeholder 1"/>
          <p:cNvSpPr>
            <a:spLocks noChangeAspect="1" noGrp="1" noRot="1"/>
          </p:cNvSpPr>
          <p:nvPr>
            <p:ph type="sldImg"/>
          </p:nvPr>
        </p:nvSpPr>
        <p:spPr bwMode="auto"/>
      </p:sp>
      <p:sp>
        <p:nvSpPr>
          <p:cNvPr id="2080070652" name="Notes Placeholder 2"/>
          <p:cNvSpPr>
            <a:spLocks noGrp="1"/>
          </p:cNvSpPr>
          <p:nvPr>
            <p:ph type="body" idx="1"/>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536638" name="Slide Image Placeholder 1"/>
          <p:cNvSpPr>
            <a:spLocks noChangeAspect="1" noGrp="1" noRot="1"/>
          </p:cNvSpPr>
          <p:nvPr>
            <p:ph type="sldImg"/>
          </p:nvPr>
        </p:nvSpPr>
        <p:spPr bwMode="auto"/>
      </p:sp>
      <p:sp>
        <p:nvSpPr>
          <p:cNvPr id="1188075044" name="Notes Placeholder 2"/>
          <p:cNvSpPr>
            <a:spLocks noGrp="1"/>
          </p:cNvSpPr>
          <p:nvPr>
            <p:ph type="body" idx="1"/>
          </p:nvPr>
        </p:nvSpPr>
        <p:spPr bwMode="auto"/>
        <p:txBody>
          <a:bodyPr/>
          <a:lstStyle/>
          <a:p>
            <a:pPr>
              <a:defRPr/>
            </a:pPr>
            <a:endParaRPr/>
          </a:p>
        </p:txBody>
      </p:sp>
      <p:sp>
        <p:nvSpPr>
          <p:cNvPr id="2075890315" name="Slide Number Placeholder 3"/>
          <p:cNvSpPr>
            <a:spLocks noGrp="1"/>
          </p:cNvSpPr>
          <p:nvPr>
            <p:ph type="sldNum" sz="quarter" idx="10"/>
          </p:nvPr>
        </p:nvSpPr>
        <p:spPr bwMode="auto"/>
        <p:txBody>
          <a:bodyPr/>
          <a:lstStyle/>
          <a:p>
            <a:pPr>
              <a:defRPr/>
            </a:pPr>
            <a:fld id="{84722C03-3C37-1563-B7B2-5026878B8506}"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8073391" name="Shape 145"/>
          <p:cNvSpPr>
            <a:spLocks noChangeAspect="1" noGrp="1" noRot="1"/>
          </p:cNvSpPr>
          <p:nvPr>
            <p:ph type="sldImg"/>
          </p:nvPr>
        </p:nvSpPr>
        <p:spPr bwMode="auto">
          <a:prstGeom prst="rect">
            <a:avLst/>
          </a:prstGeom>
        </p:spPr>
        <p:txBody>
          <a:bodyPr/>
          <a:lstStyle/>
          <a:p>
            <a:pPr>
              <a:defRPr/>
            </a:pPr>
            <a:endParaRPr/>
          </a:p>
        </p:txBody>
      </p:sp>
      <p:sp>
        <p:nvSpPr>
          <p:cNvPr id="431051440" name="Shape 146"/>
          <p:cNvSpPr>
            <a:spLocks noGrp="1"/>
          </p:cNvSpPr>
          <p:nvPr>
            <p:ph type="body" sz="quarter" idx="1"/>
          </p:nvPr>
        </p:nvSpPr>
        <p:spPr bwMode="auto">
          <a:prstGeom prst="rect">
            <a:avLst/>
          </a:prstGeom>
        </p:spPr>
        <p:txBody>
          <a:bodyPr/>
          <a:lstStyle/>
          <a:p>
            <a:pPr>
              <a:lnSpc>
                <a:spcPct val="80000"/>
              </a:lnSpc>
              <a:defRPr/>
            </a:pPr>
            <a:r>
              <a:rPr/>
              <a:t>Historia:</a:t>
            </a:r>
            <a:endParaRPr/>
          </a:p>
          <a:p>
            <a:pPr>
              <a:lnSpc>
                <a:spcPct val="80000"/>
              </a:lnSpc>
              <a:defRPr/>
            </a:pPr>
            <a:endParaRPr/>
          </a:p>
          <a:p>
            <a:pPr>
              <a:lnSpc>
                <a:spcPct val="80000"/>
              </a:lnSpc>
              <a:defRPr/>
            </a:pPr>
            <a:r>
              <a:rPr/>
              <a:t>Ingenierías Técnicas de Informática de Sistemas y de Gestión (desde el curso 97-98)</a:t>
            </a:r>
            <a:endParaRPr/>
          </a:p>
          <a:p>
            <a:pPr>
              <a:lnSpc>
                <a:spcPct val="80000"/>
              </a:lnSpc>
              <a:defRPr/>
            </a:pPr>
            <a:endParaRPr/>
          </a:p>
          <a:p>
            <a:pPr>
              <a:lnSpc>
                <a:spcPct val="80000"/>
              </a:lnSpc>
              <a:defRPr/>
            </a:pPr>
            <a:r>
              <a:rPr/>
              <a:t>Escuela Técnica Superior de Ingeniería Informática, creada en julio del 2007</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579309" name="Shape 145"/>
          <p:cNvSpPr>
            <a:spLocks noChangeAspect="1" noGrp="1" noRot="1"/>
          </p:cNvSpPr>
          <p:nvPr>
            <p:ph type="sldImg"/>
          </p:nvPr>
        </p:nvSpPr>
        <p:spPr bwMode="auto">
          <a:prstGeom prst="rect">
            <a:avLst/>
          </a:prstGeom>
        </p:spPr>
        <p:txBody>
          <a:bodyPr/>
          <a:lstStyle/>
          <a:p>
            <a:pPr>
              <a:defRPr/>
            </a:pPr>
            <a:endParaRPr/>
          </a:p>
        </p:txBody>
      </p:sp>
      <p:sp>
        <p:nvSpPr>
          <p:cNvPr id="814407072" name="Shape 146"/>
          <p:cNvSpPr>
            <a:spLocks noGrp="1"/>
          </p:cNvSpPr>
          <p:nvPr>
            <p:ph type="body" sz="quarter" idx="1"/>
          </p:nvPr>
        </p:nvSpPr>
        <p:spPr bwMode="auto">
          <a:prstGeom prst="rect">
            <a:avLst/>
          </a:prstGeom>
        </p:spPr>
        <p:txBody>
          <a:bodyPr/>
          <a:lstStyle/>
          <a:p>
            <a:pPr>
              <a:lnSpc>
                <a:spcPct val="80000"/>
              </a:lnSpc>
              <a:defRPr/>
            </a:pPr>
            <a:r>
              <a:rPr/>
              <a:t>Historia:</a:t>
            </a:r>
            <a:endParaRPr/>
          </a:p>
          <a:p>
            <a:pPr>
              <a:lnSpc>
                <a:spcPct val="80000"/>
              </a:lnSpc>
              <a:defRPr/>
            </a:pPr>
            <a:endParaRPr/>
          </a:p>
          <a:p>
            <a:pPr>
              <a:lnSpc>
                <a:spcPct val="80000"/>
              </a:lnSpc>
              <a:defRPr/>
            </a:pPr>
            <a:r>
              <a:rPr/>
              <a:t>Ingenierías Técnicas de Informática de Sistemas y de Gestión (desde el curso 97-98)</a:t>
            </a:r>
            <a:endParaRPr/>
          </a:p>
          <a:p>
            <a:pPr>
              <a:lnSpc>
                <a:spcPct val="80000"/>
              </a:lnSpc>
              <a:defRPr/>
            </a:pPr>
            <a:endParaRPr/>
          </a:p>
          <a:p>
            <a:pPr>
              <a:lnSpc>
                <a:spcPct val="80000"/>
              </a:lnSpc>
              <a:defRPr/>
            </a:pPr>
            <a:r>
              <a:rPr/>
              <a:t>Escuela Técnica Superior de Ingeniería Informática, creada en julio del 2007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4996381" name="Shape 145"/>
          <p:cNvSpPr>
            <a:spLocks noChangeAspect="1" noGrp="1" noRot="1"/>
          </p:cNvSpPr>
          <p:nvPr>
            <p:ph type="sldImg"/>
          </p:nvPr>
        </p:nvSpPr>
        <p:spPr bwMode="auto">
          <a:prstGeom prst="rect">
            <a:avLst/>
          </a:prstGeom>
        </p:spPr>
        <p:txBody>
          <a:bodyPr/>
          <a:lstStyle/>
          <a:p>
            <a:pPr>
              <a:defRPr/>
            </a:pPr>
            <a:endParaRPr/>
          </a:p>
        </p:txBody>
      </p:sp>
      <p:sp>
        <p:nvSpPr>
          <p:cNvPr id="867817440" name="Shape 146"/>
          <p:cNvSpPr>
            <a:spLocks noGrp="1"/>
          </p:cNvSpPr>
          <p:nvPr>
            <p:ph type="body" sz="quarter" idx="1"/>
          </p:nvPr>
        </p:nvSpPr>
        <p:spPr bwMode="auto">
          <a:prstGeom prst="rect">
            <a:avLst/>
          </a:prstGeom>
        </p:spPr>
        <p:txBody>
          <a:bodyPr/>
          <a:lstStyle/>
          <a:p>
            <a:pPr>
              <a:lnSpc>
                <a:spcPct val="80000"/>
              </a:lnSpc>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1391134" name="Shape 145"/>
          <p:cNvSpPr>
            <a:spLocks noChangeAspect="1" noGrp="1" noRot="1"/>
          </p:cNvSpPr>
          <p:nvPr>
            <p:ph type="sldImg"/>
          </p:nvPr>
        </p:nvSpPr>
        <p:spPr bwMode="auto">
          <a:prstGeom prst="rect">
            <a:avLst/>
          </a:prstGeom>
        </p:spPr>
        <p:txBody>
          <a:bodyPr/>
          <a:lstStyle/>
          <a:p>
            <a:pPr>
              <a:defRPr/>
            </a:pPr>
            <a:endParaRPr/>
          </a:p>
        </p:txBody>
      </p:sp>
      <p:sp>
        <p:nvSpPr>
          <p:cNvPr id="783665486" name="Shape 146"/>
          <p:cNvSpPr>
            <a:spLocks noGrp="1"/>
          </p:cNvSpPr>
          <p:nvPr>
            <p:ph type="body" sz="quarter" idx="1"/>
          </p:nvPr>
        </p:nvSpPr>
        <p:spPr bwMode="auto">
          <a:prstGeom prst="rect">
            <a:avLst/>
          </a:prstGeom>
        </p:spPr>
        <p:txBody>
          <a:bodyPr/>
          <a:lstStyle/>
          <a:p>
            <a:pPr>
              <a:lnSpc>
                <a:spcPct val="80000"/>
              </a:lnSpc>
              <a:defRPr/>
            </a:pPr>
            <a:endParaRPr/>
          </a:p>
          <a:p>
            <a:pPr>
              <a:lnSpc>
                <a:spcPct val="80000"/>
              </a:lnSpc>
              <a:defRPr/>
            </a:pPr>
            <a:endParaRPr/>
          </a:p>
          <a:p>
            <a:pPr>
              <a:lnSpc>
                <a:spcPct val="80000"/>
              </a:lnSpc>
              <a:defRPr/>
            </a:pPr>
            <a:r>
              <a:rPr/>
              <a:t>Ingenierías Técnicas de Informática de Sistemas y de Gestión (desde el curso 97-98)</a:t>
            </a:r>
            <a:endParaRPr/>
          </a:p>
          <a:p>
            <a:pPr>
              <a:lnSpc>
                <a:spcPct val="80000"/>
              </a:lnSpc>
              <a:defRPr/>
            </a:pPr>
            <a:endParaRPr/>
          </a:p>
          <a:p>
            <a:pPr>
              <a:lnSpc>
                <a:spcPct val="80000"/>
              </a:lnSpc>
              <a:defRPr/>
            </a:pPr>
            <a:r>
              <a:rPr/>
              <a:t>Escuela Técnica Superior de Ingeniería Informática, creada en julio del 2007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1025941" name="Shape 145"/>
          <p:cNvSpPr>
            <a:spLocks noChangeAspect="1" noGrp="1" noRot="1"/>
          </p:cNvSpPr>
          <p:nvPr>
            <p:ph type="sldImg"/>
          </p:nvPr>
        </p:nvSpPr>
        <p:spPr bwMode="auto">
          <a:prstGeom prst="rect">
            <a:avLst/>
          </a:prstGeom>
        </p:spPr>
        <p:txBody>
          <a:bodyPr/>
          <a:lstStyle/>
          <a:p>
            <a:pPr>
              <a:defRPr/>
            </a:pPr>
            <a:endParaRPr/>
          </a:p>
        </p:txBody>
      </p:sp>
      <p:sp>
        <p:nvSpPr>
          <p:cNvPr id="982080028" name="Shape 146"/>
          <p:cNvSpPr>
            <a:spLocks noGrp="1"/>
          </p:cNvSpPr>
          <p:nvPr>
            <p:ph type="body" sz="quarter" idx="1"/>
          </p:nvPr>
        </p:nvSpPr>
        <p:spPr bwMode="auto">
          <a:prstGeom prst="rect">
            <a:avLst/>
          </a:prstGeom>
        </p:spPr>
        <p:txBody>
          <a:bodyPr/>
          <a:lstStyle/>
          <a:p>
            <a:pPr>
              <a:lnSpc>
                <a:spcPct val="107000"/>
              </a:lnSpc>
              <a:spcAft>
                <a:spcPts val="799"/>
              </a:spcAft>
              <a:defRPr/>
            </a:pPr>
            <a:r>
              <a:rPr lang="es-ES" sz="1200" b="1" i="0" u="sng" strike="noStrike" cap="none" spc="0">
                <a:ln>
                  <a:noFill/>
                </a:ln>
                <a:solidFill>
                  <a:srgbClr val="000000"/>
                </a:solidFill>
                <a:latin typeface="Calibri"/>
                <a:ea typeface="Calibri"/>
                <a:cs typeface="Times New Roman"/>
              </a:rPr>
              <a:t>XRay</a:t>
            </a:r>
            <a:r>
              <a:rPr lang="es-ES" sz="1200" b="1" i="0" u="sng" strike="noStrike" cap="none" spc="0">
                <a:ln>
                  <a:noFill/>
                </a:ln>
                <a:solidFill>
                  <a:srgbClr val="000000"/>
                </a:solidFill>
                <a:latin typeface="Calibri"/>
                <a:ea typeface="Calibri"/>
                <a:cs typeface="Times New Roman"/>
              </a:rPr>
              <a:t>:</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Entorno seguro para el entrenamiento </a:t>
            </a:r>
            <a:r>
              <a:rPr lang="es-ES" sz="1200" b="1" i="0" u="none" strike="noStrike" cap="none" spc="0">
                <a:ln>
                  <a:noFill/>
                </a:ln>
                <a:solidFill>
                  <a:srgbClr val="000000"/>
                </a:solidFill>
                <a:latin typeface="Calibri"/>
                <a:ea typeface="Calibri"/>
                <a:cs typeface="Times New Roman"/>
              </a:rPr>
              <a:t>técnicos</a:t>
            </a:r>
            <a:r>
              <a:rPr lang="es-ES" sz="1200" b="0" i="0" u="none" strike="noStrike" cap="none" spc="0">
                <a:ln>
                  <a:noFill/>
                </a:ln>
                <a:solidFill>
                  <a:srgbClr val="000000"/>
                </a:solidFill>
                <a:latin typeface="Calibri"/>
                <a:ea typeface="Calibri"/>
                <a:cs typeface="Times New Roman"/>
              </a:rPr>
              <a:t> en radiología evitando riesgos de exposición a radiación</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Permite simular el procedimiento completo. Posicionamiento de paciente y configuración de la máquina</a:t>
            </a:r>
            <a:endParaRPr sz="1200"/>
          </a:p>
          <a:p>
            <a:pPr marL="342900" lvl="0" indent="-342900">
              <a:lnSpc>
                <a:spcPct val="107000"/>
              </a:lnSpc>
              <a:spcAft>
                <a:spcPts val="799"/>
              </a:spcAft>
              <a:buFont typeface="Calibri"/>
              <a:buChar char="-"/>
              <a:defRPr/>
            </a:pPr>
            <a:r>
              <a:rPr lang="es-ES" sz="1200" b="0" i="0" u="none" strike="noStrike" cap="none" spc="0">
                <a:ln>
                  <a:noFill/>
                </a:ln>
                <a:solidFill>
                  <a:srgbClr val="000000"/>
                </a:solidFill>
                <a:latin typeface="Calibri"/>
                <a:ea typeface="Calibri"/>
                <a:cs typeface="Times New Roman"/>
              </a:rPr>
              <a:t>Permite incluir distintos modelos de paciente de forma sencilla.</a:t>
            </a:r>
            <a:endParaRPr sz="1200"/>
          </a:p>
          <a:p>
            <a:pPr marL="342900" marR="0" lvl="0" indent="-342900" algn="l" defTabSz="914400" rtl="0">
              <a:lnSpc>
                <a:spcPct val="107000"/>
              </a:lnSpc>
              <a:spcBef>
                <a:spcPts val="0"/>
              </a:spcBef>
              <a:spcAft>
                <a:spcPts val="799"/>
              </a:spcAft>
              <a:buClrTx/>
              <a:buSzTx/>
              <a:buFont typeface="Calibri"/>
              <a:buChar char="-"/>
              <a:defRPr/>
            </a:pPr>
            <a:r>
              <a:rPr lang="es-ES" sz="1200" b="0" i="0" u="none" strike="noStrike" cap="none" spc="0">
                <a:ln>
                  <a:noFill/>
                </a:ln>
                <a:solidFill>
                  <a:srgbClr val="000000"/>
                </a:solidFill>
                <a:latin typeface="Calibri"/>
                <a:ea typeface="Calibri"/>
                <a:cs typeface="Times New Roman"/>
              </a:rPr>
              <a:t>Colaboración con hospitales de UK y la universidad de Bangor</a:t>
            </a:r>
            <a:endParaRPr sz="1200"/>
          </a:p>
          <a:p>
            <a:pPr>
              <a:defRPr/>
            </a:pPr>
            <a:endParaRPr sz="1200"/>
          </a:p>
          <a:p>
            <a:pPr>
              <a:lnSpc>
                <a:spcPct val="80000"/>
              </a:lnSpc>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3260521" name="Shape 145"/>
          <p:cNvSpPr>
            <a:spLocks noChangeAspect="1" noGrp="1" noRot="1"/>
          </p:cNvSpPr>
          <p:nvPr>
            <p:ph type="sldImg"/>
          </p:nvPr>
        </p:nvSpPr>
        <p:spPr bwMode="auto">
          <a:prstGeom prst="rect">
            <a:avLst/>
          </a:prstGeom>
        </p:spPr>
        <p:txBody>
          <a:bodyPr/>
          <a:lstStyle/>
          <a:p>
            <a:pPr>
              <a:defRPr/>
            </a:pPr>
            <a:endParaRPr/>
          </a:p>
        </p:txBody>
      </p:sp>
      <p:sp>
        <p:nvSpPr>
          <p:cNvPr id="1484994943" name="Shape 146"/>
          <p:cNvSpPr>
            <a:spLocks noGrp="1"/>
          </p:cNvSpPr>
          <p:nvPr>
            <p:ph type="body" sz="quarter" idx="1"/>
          </p:nvPr>
        </p:nvSpPr>
        <p:spPr bwMode="auto">
          <a:prstGeom prst="rect">
            <a:avLst/>
          </a:prstGeom>
        </p:spPr>
        <p:txBody>
          <a:bodyPr/>
          <a:lstStyle/>
          <a:p>
            <a:pPr>
              <a:lnSpc>
                <a:spcPct val="107000"/>
              </a:lnSpc>
              <a:spcAft>
                <a:spcPts val="799"/>
              </a:spcAft>
              <a:defRPr/>
            </a:pPr>
            <a:r>
              <a:rPr lang="en-US" sz="1200" b="0" i="0" u="none" strike="noStrike" cap="none" spc="0">
                <a:ln>
                  <a:noFill/>
                </a:ln>
                <a:solidFill>
                  <a:srgbClr val="000000"/>
                </a:solidFill>
                <a:latin typeface="Calibri"/>
                <a:ea typeface="Calibri"/>
                <a:cs typeface="Times New Roman"/>
              </a:rPr>
              <a:t>Simulated X-Ray Image Enhancing</a:t>
            </a:r>
            <a:r>
              <a:rPr lang="es-ES"/>
              <a:t> </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Las técnicas de Montecarlo permiten simular de forma precisa cómo los fotones interactúan con los distintos materiales de la escena </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Problema: obtener buenos tiene un coste computacional elevado.</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La imagen de arriba a la izquierda se ha simulado utilizando 10^9 fotones en unas 70 horas (en un servidor con capacidad para ejecutar 20 hilos en paralelo!), la imagen del centro se simula en menos de un segundo, en un PC de sobremesa. </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Problema: Al simularse de forma determinista solo se tiene en cuenta la energía que absorben los tejidos, no el </a:t>
            </a:r>
            <a:r>
              <a:rPr lang="es-ES" sz="1200" b="0" i="0" u="none" strike="noStrike" cap="none" spc="0">
                <a:ln>
                  <a:noFill/>
                </a:ln>
                <a:solidFill>
                  <a:srgbClr val="000000"/>
                </a:solidFill>
                <a:latin typeface="Calibri"/>
                <a:ea typeface="Calibri"/>
                <a:cs typeface="Times New Roman"/>
              </a:rPr>
              <a:t>scatering</a:t>
            </a:r>
            <a:r>
              <a:rPr lang="es-ES" sz="1200" b="0" i="0" u="none" strike="noStrike" cap="none" spc="0">
                <a:ln>
                  <a:noFill/>
                </a:ln>
                <a:solidFill>
                  <a:srgbClr val="000000"/>
                </a:solidFill>
                <a:latin typeface="Calibri"/>
                <a:ea typeface="Calibri"/>
                <a:cs typeface="Times New Roman"/>
              </a:rPr>
              <a:t>. </a:t>
            </a:r>
            <a:endParaRPr sz="1200"/>
          </a:p>
          <a:p>
            <a:pPr marL="342900" lvl="0" indent="-342900">
              <a:lnSpc>
                <a:spcPct val="107000"/>
              </a:lnSpc>
              <a:spcAft>
                <a:spcPts val="799"/>
              </a:spcAft>
              <a:buFont typeface="Calibri"/>
              <a:buChar char="-"/>
              <a:defRPr/>
            </a:pPr>
            <a:r>
              <a:rPr lang="es-ES" sz="1200" b="0" i="0" u="none" strike="noStrike" cap="none" spc="0">
                <a:ln>
                  <a:noFill/>
                </a:ln>
                <a:solidFill>
                  <a:srgbClr val="000000"/>
                </a:solidFill>
                <a:latin typeface="Calibri"/>
                <a:ea typeface="Calibri"/>
                <a:cs typeface="Times New Roman"/>
              </a:rPr>
              <a:t>Pretendemos usar DL para añadir efectos de </a:t>
            </a:r>
            <a:r>
              <a:rPr lang="es-ES" sz="1200" b="0" i="0" u="none" strike="noStrike" cap="none" spc="0">
                <a:ln>
                  <a:noFill/>
                </a:ln>
                <a:solidFill>
                  <a:srgbClr val="000000"/>
                </a:solidFill>
                <a:latin typeface="Calibri"/>
                <a:ea typeface="Calibri"/>
                <a:cs typeface="Times New Roman"/>
              </a:rPr>
              <a:t>scattering</a:t>
            </a:r>
            <a:r>
              <a:rPr lang="es-ES" sz="1200" b="0" i="0" u="none" strike="noStrike" cap="none" spc="0">
                <a:ln>
                  <a:noFill/>
                </a:ln>
                <a:solidFill>
                  <a:srgbClr val="000000"/>
                </a:solidFill>
                <a:latin typeface="Calibri"/>
                <a:ea typeface="Calibri"/>
                <a:cs typeface="Times New Roman"/>
              </a:rPr>
              <a:t> en la imagen final.</a:t>
            </a:r>
            <a:endParaRPr sz="1200"/>
          </a:p>
          <a:p>
            <a:pPr>
              <a:defRPr/>
            </a:pPr>
            <a:endParaRPr sz="1200" u="sng"/>
          </a:p>
          <a:p>
            <a:pPr>
              <a:defRPr/>
            </a:pPr>
            <a:endParaRPr sz="1200"/>
          </a:p>
          <a:p>
            <a:pPr>
              <a:lnSpc>
                <a:spcPct val="80000"/>
              </a:lnSpc>
              <a:defRPr/>
            </a:pPr>
            <a:endParaRPr/>
          </a:p>
          <a:p>
            <a:pPr>
              <a:lnSpc>
                <a:spcPct val="80000"/>
              </a:lnSpc>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8982072" name="Shape 145"/>
          <p:cNvSpPr>
            <a:spLocks noChangeAspect="1" noGrp="1" noRot="1"/>
          </p:cNvSpPr>
          <p:nvPr>
            <p:ph type="sldImg"/>
          </p:nvPr>
        </p:nvSpPr>
        <p:spPr bwMode="auto">
          <a:prstGeom prst="rect">
            <a:avLst/>
          </a:prstGeom>
        </p:spPr>
        <p:txBody>
          <a:bodyPr/>
          <a:lstStyle/>
          <a:p>
            <a:pPr>
              <a:defRPr/>
            </a:pPr>
            <a:endParaRPr/>
          </a:p>
        </p:txBody>
      </p:sp>
      <p:sp>
        <p:nvSpPr>
          <p:cNvPr id="1298230132" name="Shape 146"/>
          <p:cNvSpPr>
            <a:spLocks noGrp="1"/>
          </p:cNvSpPr>
          <p:nvPr>
            <p:ph type="body" sz="quarter" idx="1"/>
          </p:nvPr>
        </p:nvSpPr>
        <p:spPr bwMode="auto">
          <a:prstGeom prst="rect">
            <a:avLst/>
          </a:prstGeom>
        </p:spPr>
        <p:txBody>
          <a:bodyPr/>
          <a:lstStyle/>
          <a:p>
            <a:pPr>
              <a:lnSpc>
                <a:spcPct val="80000"/>
              </a:lnSpc>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3327714" name="Shape 145"/>
          <p:cNvSpPr>
            <a:spLocks noChangeAspect="1" noGrp="1" noRot="1"/>
          </p:cNvSpPr>
          <p:nvPr>
            <p:ph type="sldImg"/>
          </p:nvPr>
        </p:nvSpPr>
        <p:spPr bwMode="auto">
          <a:prstGeom prst="rect">
            <a:avLst/>
          </a:prstGeom>
        </p:spPr>
        <p:txBody>
          <a:bodyPr/>
          <a:lstStyle/>
          <a:p>
            <a:pPr>
              <a:defRPr/>
            </a:pPr>
            <a:endParaRPr/>
          </a:p>
        </p:txBody>
      </p:sp>
      <p:sp>
        <p:nvSpPr>
          <p:cNvPr id="2143740985" name="Shape 146"/>
          <p:cNvSpPr>
            <a:spLocks noGrp="1"/>
          </p:cNvSpPr>
          <p:nvPr>
            <p:ph type="body" sz="quarter" idx="1"/>
          </p:nvPr>
        </p:nvSpPr>
        <p:spPr bwMode="auto">
          <a:prstGeom prst="rect">
            <a:avLst/>
          </a:prstGeom>
        </p:spPr>
        <p:txBody>
          <a:bodyPr/>
          <a:lstStyle/>
          <a:p>
            <a:pPr>
              <a:lnSpc>
                <a:spcPct val="107000"/>
              </a:lnSpc>
              <a:spcAft>
                <a:spcPts val="799"/>
              </a:spcAft>
              <a:defRPr/>
            </a:pPr>
            <a:r>
              <a:rPr lang="en-US" sz="1200" b="0" i="0" u="none" strike="noStrike" cap="none" spc="0">
                <a:ln>
                  <a:noFill/>
                </a:ln>
                <a:solidFill>
                  <a:srgbClr val="000000"/>
                </a:solidFill>
                <a:latin typeface="Calibri"/>
                <a:ea typeface="Calibri"/>
                <a:cs typeface="Times New Roman"/>
              </a:rPr>
              <a:t>MelVin</a:t>
            </a:r>
            <a:r>
              <a:rPr lang="en-US" sz="1200" b="0" i="0" u="none" strike="noStrike" cap="none" spc="0">
                <a:ln>
                  <a:noFill/>
                </a:ln>
                <a:solidFill>
                  <a:srgbClr val="000000"/>
                </a:solidFill>
                <a:latin typeface="Calibri"/>
                <a:ea typeface="Calibri"/>
                <a:cs typeface="Times New Roman"/>
              </a:rPr>
              <a:t>: </a:t>
            </a:r>
            <a:r>
              <a:rPr lang="en-US" sz="1200" b="0" i="0" u="sng" strike="noStrike" cap="none" spc="0">
                <a:ln>
                  <a:noFill/>
                </a:ln>
                <a:solidFill>
                  <a:srgbClr val="0563C1"/>
                </a:solidFill>
                <a:latin typeface="Calibri"/>
                <a:ea typeface="Calibri"/>
                <a:cs typeface="Times New Roman"/>
                <a:hlinkClick r:id="rId3" tooltip=""/>
              </a:rPr>
              <a:t>https://vg-lab.es/melvin/</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Es un </a:t>
            </a:r>
            <a:r>
              <a:rPr lang="es-ES" sz="1200" b="0" i="0" u="none" strike="noStrike" cap="none" spc="0">
                <a:ln>
                  <a:noFill/>
                </a:ln>
                <a:solidFill>
                  <a:srgbClr val="000000"/>
                </a:solidFill>
                <a:latin typeface="Calibri"/>
                <a:ea typeface="Calibri"/>
                <a:cs typeface="Times New Roman"/>
              </a:rPr>
              <a:t>Metaframework</a:t>
            </a:r>
            <a:r>
              <a:rPr lang="es-ES" sz="1200" b="0" i="0" u="none" strike="noStrike" cap="none" spc="0">
                <a:ln>
                  <a:noFill/>
                </a:ln>
                <a:solidFill>
                  <a:srgbClr val="000000"/>
                </a:solidFill>
                <a:latin typeface="Calibri"/>
                <a:ea typeface="Calibri"/>
                <a:cs typeface="Times New Roman"/>
              </a:rPr>
              <a:t> WEB para el desarrollo de aplicaciones de visualización, especialmente útil en tareas de </a:t>
            </a:r>
            <a:r>
              <a:rPr lang="es-ES" sz="1200" b="1" i="0" u="none" strike="noStrike" cap="none" spc="0">
                <a:ln>
                  <a:noFill/>
                </a:ln>
                <a:solidFill>
                  <a:srgbClr val="000000"/>
                </a:solidFill>
                <a:latin typeface="Calibri"/>
                <a:ea typeface="Calibri"/>
                <a:cs typeface="Times New Roman"/>
              </a:rPr>
              <a:t>prototipado rápido</a:t>
            </a:r>
            <a:r>
              <a:rPr lang="es-ES" sz="1200" b="0" i="0" u="none" strike="noStrike" cap="none" spc="0">
                <a:ln>
                  <a:noFill/>
                </a:ln>
                <a:solidFill>
                  <a:srgbClr val="000000"/>
                </a:solidFill>
                <a:latin typeface="Calibri"/>
                <a:ea typeface="Calibri"/>
                <a:cs typeface="Times New Roman"/>
              </a:rPr>
              <a:t> y </a:t>
            </a:r>
            <a:r>
              <a:rPr lang="es-ES" sz="1200" b="1" i="0" u="none" strike="noStrike" cap="none" spc="0">
                <a:ln>
                  <a:noFill/>
                </a:ln>
                <a:solidFill>
                  <a:srgbClr val="000000"/>
                </a:solidFill>
                <a:latin typeface="Calibri"/>
                <a:ea typeface="Calibri"/>
                <a:cs typeface="Times New Roman"/>
              </a:rPr>
              <a:t>análisis exploratorio interactivo.</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Ha sido diseñado para integrar visualizaciones y procesos de análisis de datos, </a:t>
            </a:r>
            <a:r>
              <a:rPr lang="es-ES" sz="1200" b="1" i="0" u="sng" strike="noStrike" cap="none" spc="0">
                <a:ln>
                  <a:noFill/>
                </a:ln>
                <a:solidFill>
                  <a:srgbClr val="000000"/>
                </a:solidFill>
                <a:latin typeface="Calibri"/>
                <a:ea typeface="Calibri"/>
                <a:cs typeface="Times New Roman"/>
              </a:rPr>
              <a:t>desarrollados con distintas tecnologías</a:t>
            </a:r>
            <a:r>
              <a:rPr lang="es-ES" sz="1200" b="0" i="0" u="none" strike="noStrike" cap="none" spc="0">
                <a:ln>
                  <a:noFill/>
                </a:ln>
                <a:solidFill>
                  <a:srgbClr val="000000"/>
                </a:solidFill>
                <a:latin typeface="Calibri"/>
                <a:ea typeface="Calibri"/>
                <a:cs typeface="Times New Roman"/>
              </a:rPr>
              <a:t>, dotándolos de mecanismos de interoperabilidad</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Pensado para extenderse y adaptarse a distintas áreas de investigación. </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El proceso de análisis de datos puede definirse de forma simple mediante diagramas de flujo</a:t>
            </a:r>
            <a:endParaRPr sz="1200"/>
          </a:p>
          <a:p>
            <a:pPr marL="342900" lvl="0" indent="-342900">
              <a:lnSpc>
                <a:spcPct val="107000"/>
              </a:lnSpc>
              <a:spcAft>
                <a:spcPts val="799"/>
              </a:spcAft>
              <a:buFont typeface="Calibri"/>
              <a:buChar char="-"/>
              <a:defRPr/>
            </a:pPr>
            <a:r>
              <a:rPr lang="es-ES" sz="1200" b="0" i="0" u="none" strike="noStrike" cap="none" spc="0">
                <a:ln>
                  <a:noFill/>
                </a:ln>
                <a:solidFill>
                  <a:srgbClr val="000000"/>
                </a:solidFill>
                <a:latin typeface="Calibri"/>
                <a:ea typeface="Calibri"/>
                <a:cs typeface="Times New Roman"/>
              </a:rPr>
              <a:t>A diferencia de la mayoría de las aplicaciones de minería de datos basadas en diagramas de flujo, </a:t>
            </a:r>
            <a:r>
              <a:rPr lang="es-ES" sz="1200" b="0" i="0" u="none" strike="noStrike" cap="none" spc="0">
                <a:ln>
                  <a:noFill/>
                </a:ln>
                <a:solidFill>
                  <a:srgbClr val="000000"/>
                </a:solidFill>
                <a:latin typeface="Calibri"/>
                <a:ea typeface="Calibri"/>
                <a:cs typeface="Times New Roman"/>
              </a:rPr>
              <a:t>MeLVin</a:t>
            </a:r>
            <a:r>
              <a:rPr lang="es-ES" sz="1200" b="0" i="0" u="none" strike="noStrike" cap="none" spc="0">
                <a:ln>
                  <a:noFill/>
                </a:ln>
                <a:solidFill>
                  <a:srgbClr val="000000"/>
                </a:solidFill>
                <a:latin typeface="Calibri"/>
                <a:ea typeface="Calibri"/>
                <a:cs typeface="Times New Roman"/>
              </a:rPr>
              <a:t> permite a los usuarios incluir visualizaciones y las interacciones entre estas como parte del proceso de análisis y no sólo como una herramienta para mostrar los resultados finales</a:t>
            </a:r>
            <a:endParaRPr sz="1200"/>
          </a:p>
          <a:p>
            <a:pPr>
              <a:defRPr/>
            </a:pPr>
            <a:endParaRPr sz="1200"/>
          </a:p>
          <a:p>
            <a:pPr>
              <a:defRPr/>
            </a:pPr>
            <a:endParaRPr sz="1200"/>
          </a:p>
          <a:p>
            <a:pPr>
              <a:lnSpc>
                <a:spcPct val="80000"/>
              </a:lnSpc>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3634519" name="Shape 145"/>
          <p:cNvSpPr>
            <a:spLocks noChangeAspect="1" noGrp="1" noRot="1"/>
          </p:cNvSpPr>
          <p:nvPr>
            <p:ph type="sldImg"/>
          </p:nvPr>
        </p:nvSpPr>
        <p:spPr bwMode="auto">
          <a:prstGeom prst="rect">
            <a:avLst/>
          </a:prstGeom>
        </p:spPr>
        <p:txBody>
          <a:bodyPr/>
          <a:lstStyle/>
          <a:p>
            <a:pPr>
              <a:defRPr/>
            </a:pPr>
            <a:endParaRPr/>
          </a:p>
        </p:txBody>
      </p:sp>
      <p:sp>
        <p:nvSpPr>
          <p:cNvPr id="2025006653" name="Shape 146"/>
          <p:cNvSpPr>
            <a:spLocks noGrp="1"/>
          </p:cNvSpPr>
          <p:nvPr>
            <p:ph type="body" sz="quarter" idx="1"/>
          </p:nvPr>
        </p:nvSpPr>
        <p:spPr bwMode="auto">
          <a:prstGeom prst="rect">
            <a:avLst/>
          </a:prstGeom>
        </p:spPr>
        <p:txBody>
          <a:bodyPr/>
          <a:lstStyle/>
          <a:p>
            <a:pPr>
              <a:lnSpc>
                <a:spcPct val="107000"/>
              </a:lnSpc>
              <a:spcAft>
                <a:spcPts val="799"/>
              </a:spcAft>
              <a:defRPr/>
            </a:pPr>
            <a:r>
              <a:rPr lang="en-US" sz="1200" b="0" i="0" u="none" strike="noStrike" cap="none" spc="0">
                <a:ln>
                  <a:noFill/>
                </a:ln>
                <a:solidFill>
                  <a:srgbClr val="000000"/>
                </a:solidFill>
                <a:latin typeface="Calibri"/>
                <a:ea typeface="Calibri"/>
                <a:cs typeface="Times New Roman"/>
              </a:rPr>
              <a:t>MelVin</a:t>
            </a:r>
            <a:r>
              <a:rPr lang="en-US" sz="1200" b="0" i="0" u="none" strike="noStrike" cap="none" spc="0">
                <a:ln>
                  <a:noFill/>
                </a:ln>
                <a:solidFill>
                  <a:srgbClr val="000000"/>
                </a:solidFill>
                <a:latin typeface="Calibri"/>
                <a:ea typeface="Calibri"/>
                <a:cs typeface="Times New Roman"/>
              </a:rPr>
              <a:t>: </a:t>
            </a:r>
            <a:r>
              <a:rPr lang="en-US" sz="1200" b="0" i="0" u="sng" strike="noStrike" cap="none" spc="0">
                <a:ln>
                  <a:noFill/>
                </a:ln>
                <a:solidFill>
                  <a:srgbClr val="0563C1"/>
                </a:solidFill>
                <a:latin typeface="Calibri"/>
                <a:ea typeface="Calibri"/>
                <a:cs typeface="Times New Roman"/>
                <a:hlinkClick r:id="rId3" tooltip=""/>
              </a:rPr>
              <a:t>https://vg-lab.es/melvin/</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Es un </a:t>
            </a:r>
            <a:r>
              <a:rPr lang="es-ES" sz="1200" b="0" i="0" u="none" strike="noStrike" cap="none" spc="0">
                <a:ln>
                  <a:noFill/>
                </a:ln>
                <a:solidFill>
                  <a:srgbClr val="000000"/>
                </a:solidFill>
                <a:latin typeface="Calibri"/>
                <a:ea typeface="Calibri"/>
                <a:cs typeface="Times New Roman"/>
              </a:rPr>
              <a:t>Metaframework</a:t>
            </a:r>
            <a:r>
              <a:rPr lang="es-ES" sz="1200" b="0" i="0" u="none" strike="noStrike" cap="none" spc="0">
                <a:ln>
                  <a:noFill/>
                </a:ln>
                <a:solidFill>
                  <a:srgbClr val="000000"/>
                </a:solidFill>
                <a:latin typeface="Calibri"/>
                <a:ea typeface="Calibri"/>
                <a:cs typeface="Times New Roman"/>
              </a:rPr>
              <a:t> WEB para el desarrollo de aplicaciones de visualización, especialmente útil en tareas de </a:t>
            </a:r>
            <a:r>
              <a:rPr lang="es-ES" sz="1200" b="1" i="0" u="none" strike="noStrike" cap="none" spc="0">
                <a:ln>
                  <a:noFill/>
                </a:ln>
                <a:solidFill>
                  <a:srgbClr val="000000"/>
                </a:solidFill>
                <a:latin typeface="Calibri"/>
                <a:ea typeface="Calibri"/>
                <a:cs typeface="Times New Roman"/>
              </a:rPr>
              <a:t>prototipado rápido</a:t>
            </a:r>
            <a:r>
              <a:rPr lang="es-ES" sz="1200" b="0" i="0" u="none" strike="noStrike" cap="none" spc="0">
                <a:ln>
                  <a:noFill/>
                </a:ln>
                <a:solidFill>
                  <a:srgbClr val="000000"/>
                </a:solidFill>
                <a:latin typeface="Calibri"/>
                <a:ea typeface="Calibri"/>
                <a:cs typeface="Times New Roman"/>
              </a:rPr>
              <a:t> y </a:t>
            </a:r>
            <a:r>
              <a:rPr lang="es-ES" sz="1200" b="1" i="0" u="none" strike="noStrike" cap="none" spc="0">
                <a:ln>
                  <a:noFill/>
                </a:ln>
                <a:solidFill>
                  <a:srgbClr val="000000"/>
                </a:solidFill>
                <a:latin typeface="Calibri"/>
                <a:ea typeface="Calibri"/>
                <a:cs typeface="Times New Roman"/>
              </a:rPr>
              <a:t>análisis exploratorio interactivo.</a:t>
            </a:r>
            <a:endParaRPr sz="1200">
              <a:latin typeface="Calibri"/>
              <a:ea typeface="Calibri"/>
              <a:cs typeface="Times New Roman"/>
            </a:endParaRPr>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Ha sido diseñado para integrar visualizaciones y procesos de análisis de datos, </a:t>
            </a:r>
            <a:r>
              <a:rPr lang="es-ES" sz="1200" b="1" i="0" u="sng" strike="noStrike" cap="none" spc="0">
                <a:ln>
                  <a:noFill/>
                </a:ln>
                <a:solidFill>
                  <a:srgbClr val="000000"/>
                </a:solidFill>
                <a:latin typeface="Calibri"/>
                <a:ea typeface="Calibri"/>
                <a:cs typeface="Times New Roman"/>
              </a:rPr>
              <a:t>desarrollados con distintas tecnologías</a:t>
            </a:r>
            <a:r>
              <a:rPr lang="es-ES" sz="1200" b="0" i="0" u="none" strike="noStrike" cap="none" spc="0">
                <a:ln>
                  <a:noFill/>
                </a:ln>
                <a:solidFill>
                  <a:srgbClr val="000000"/>
                </a:solidFill>
                <a:latin typeface="Calibri"/>
                <a:ea typeface="Calibri"/>
                <a:cs typeface="Times New Roman"/>
              </a:rPr>
              <a:t>, dotándolos de mecanismos de interoperabilidad</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Pensado para extenderse y adaptarse a distintas áreas de investigación. </a:t>
            </a:r>
            <a:endParaRPr sz="1200"/>
          </a:p>
          <a:p>
            <a:pPr marL="342900" lvl="0" indent="-342900">
              <a:lnSpc>
                <a:spcPct val="107000"/>
              </a:lnSpc>
              <a:buFont typeface="Calibri"/>
              <a:buChar char="-"/>
              <a:defRPr/>
            </a:pPr>
            <a:r>
              <a:rPr lang="es-ES" sz="1200" b="0" i="0" u="none" strike="noStrike" cap="none" spc="0">
                <a:ln>
                  <a:noFill/>
                </a:ln>
                <a:solidFill>
                  <a:srgbClr val="000000"/>
                </a:solidFill>
                <a:latin typeface="Calibri"/>
                <a:ea typeface="Calibri"/>
                <a:cs typeface="Times New Roman"/>
              </a:rPr>
              <a:t>El proceso de análisis de datos puede definirse de forma simple mediante diagramas de flujo</a:t>
            </a:r>
            <a:endParaRPr sz="1200"/>
          </a:p>
          <a:p>
            <a:pPr marL="342900" lvl="0" indent="-342900">
              <a:lnSpc>
                <a:spcPct val="107000"/>
              </a:lnSpc>
              <a:spcAft>
                <a:spcPts val="799"/>
              </a:spcAft>
              <a:buFont typeface="Calibri"/>
              <a:buChar char="-"/>
              <a:defRPr/>
            </a:pPr>
            <a:r>
              <a:rPr lang="es-ES" sz="1200" b="0" i="0" u="none" strike="noStrike" cap="none" spc="0">
                <a:ln>
                  <a:noFill/>
                </a:ln>
                <a:solidFill>
                  <a:srgbClr val="000000"/>
                </a:solidFill>
                <a:latin typeface="Calibri"/>
                <a:ea typeface="Calibri"/>
                <a:cs typeface="Times New Roman"/>
              </a:rPr>
              <a:t>A diferencia de la mayoría de las aplicaciones de minería de datos basadas en diagramas de flujo, </a:t>
            </a:r>
            <a:r>
              <a:rPr lang="es-ES" sz="1200" b="0" i="0" u="none" strike="noStrike" cap="none" spc="0">
                <a:ln>
                  <a:noFill/>
                </a:ln>
                <a:solidFill>
                  <a:srgbClr val="000000"/>
                </a:solidFill>
                <a:latin typeface="Calibri"/>
                <a:ea typeface="Calibri"/>
                <a:cs typeface="Times New Roman"/>
              </a:rPr>
              <a:t>MeLVin</a:t>
            </a:r>
            <a:r>
              <a:rPr lang="es-ES" sz="1200" b="0" i="0" u="none" strike="noStrike" cap="none" spc="0">
                <a:ln>
                  <a:noFill/>
                </a:ln>
                <a:solidFill>
                  <a:srgbClr val="000000"/>
                </a:solidFill>
                <a:latin typeface="Calibri"/>
                <a:ea typeface="Calibri"/>
                <a:cs typeface="Times New Roman"/>
              </a:rPr>
              <a:t> permite a los usuarios incluir visualizaciones y las interacciones entre estas como parte del proceso de análisis y no sólo como una herramienta para mostrar los resultados finales</a:t>
            </a:r>
            <a:endParaRPr sz="1200"/>
          </a:p>
          <a:p>
            <a:pPr>
              <a:defRPr/>
            </a:pPr>
            <a:endParaRPr sz="1200"/>
          </a:p>
          <a:p>
            <a:pPr>
              <a:defRPr/>
            </a:pPr>
            <a:endParaRPr sz="1200"/>
          </a:p>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5154440" name="Shape 145"/>
          <p:cNvSpPr>
            <a:spLocks noChangeAspect="1" noGrp="1" noRot="1"/>
          </p:cNvSpPr>
          <p:nvPr>
            <p:ph type="sldImg"/>
          </p:nvPr>
        </p:nvSpPr>
        <p:spPr bwMode="auto">
          <a:prstGeom prst="rect">
            <a:avLst/>
          </a:prstGeom>
        </p:spPr>
        <p:txBody>
          <a:bodyPr/>
          <a:lstStyle/>
          <a:p>
            <a:pPr>
              <a:defRPr/>
            </a:pPr>
            <a:endParaRPr/>
          </a:p>
        </p:txBody>
      </p:sp>
      <p:sp>
        <p:nvSpPr>
          <p:cNvPr id="1810839291" name="Shape 146"/>
          <p:cNvSpPr>
            <a:spLocks noGrp="1"/>
          </p:cNvSpPr>
          <p:nvPr>
            <p:ph type="body" sz="quarter" idx="1"/>
          </p:nvPr>
        </p:nvSpPr>
        <p:spPr bwMode="auto">
          <a:prstGeom prst="rect">
            <a:avLst/>
          </a:prstGeom>
        </p:spPr>
        <p:txBody>
          <a:bodyPr/>
          <a:lstStyle/>
          <a:p>
            <a:pPr>
              <a:lnSpc>
                <a:spcPct val="80000"/>
              </a:lnSpc>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7340146" name="Shape 145"/>
          <p:cNvSpPr>
            <a:spLocks noChangeAspect="1" noGrp="1" noRot="1"/>
          </p:cNvSpPr>
          <p:nvPr>
            <p:ph type="sldImg"/>
          </p:nvPr>
        </p:nvSpPr>
        <p:spPr bwMode="auto">
          <a:prstGeom prst="rect">
            <a:avLst/>
          </a:prstGeom>
        </p:spPr>
        <p:txBody>
          <a:bodyPr/>
          <a:lstStyle/>
          <a:p>
            <a:pPr>
              <a:defRPr/>
            </a:pPr>
            <a:endParaRPr/>
          </a:p>
        </p:txBody>
      </p:sp>
      <p:sp>
        <p:nvSpPr>
          <p:cNvPr id="1238780283" name="Shape 146"/>
          <p:cNvSpPr>
            <a:spLocks noGrp="1"/>
          </p:cNvSpPr>
          <p:nvPr>
            <p:ph type="body" sz="quarter" idx="1"/>
          </p:nvPr>
        </p:nvSpPr>
        <p:spPr bwMode="auto">
          <a:prstGeom prst="rect">
            <a:avLst/>
          </a:prstGeom>
        </p:spPr>
        <p:txBody>
          <a:bodyPr/>
          <a:lstStyle/>
          <a:p>
            <a:pPr marL="457200">
              <a:lnSpc>
                <a:spcPct val="107000"/>
              </a:lnSpc>
              <a:defRPr/>
            </a:pPr>
            <a:r>
              <a:rPr lang="es-ES" sz="1200" b="0" i="0" u="none" strike="noStrike" cap="none" spc="0">
                <a:ln>
                  <a:noFill/>
                </a:ln>
                <a:solidFill>
                  <a:srgbClr val="000000"/>
                </a:solidFill>
                <a:latin typeface="Calibri"/>
                <a:ea typeface="Calibri"/>
                <a:cs typeface="Times New Roman"/>
              </a:rPr>
              <a:t>Problemas:</a:t>
            </a:r>
            <a:endParaRPr sz="1200"/>
          </a:p>
          <a:p>
            <a:pPr marL="342900" lvl="0" indent="-342900">
              <a:lnSpc>
                <a:spcPct val="107000"/>
              </a:lnSpc>
              <a:buFont typeface="Times New Roman"/>
              <a:buChar char="-"/>
              <a:defRPr/>
            </a:pPr>
            <a:r>
              <a:rPr lang="es-ES" sz="1200" b="0" i="0" u="none" strike="noStrike" cap="none" spc="0">
                <a:ln>
                  <a:noFill/>
                </a:ln>
                <a:solidFill>
                  <a:srgbClr val="000000"/>
                </a:solidFill>
                <a:latin typeface="Calibri"/>
                <a:ea typeface="Calibri"/>
                <a:cs typeface="Times New Roman"/>
              </a:rPr>
              <a:t>Los </a:t>
            </a:r>
            <a:r>
              <a:rPr lang="es-ES" sz="1200" b="0" i="0" u="none" strike="noStrike" cap="none" spc="0">
                <a:ln>
                  <a:noFill/>
                </a:ln>
                <a:solidFill>
                  <a:srgbClr val="000000"/>
                </a:solidFill>
                <a:latin typeface="Calibri"/>
                <a:ea typeface="Calibri"/>
                <a:cs typeface="Times New Roman"/>
              </a:rPr>
              <a:t>dataset</a:t>
            </a:r>
            <a:r>
              <a:rPr lang="es-ES" sz="1200" b="0" i="0" u="none" strike="noStrike" cap="none" spc="0">
                <a:ln>
                  <a:noFill/>
                </a:ln>
                <a:solidFill>
                  <a:srgbClr val="000000"/>
                </a:solidFill>
                <a:latin typeface="Calibri"/>
                <a:ea typeface="Calibri"/>
                <a:cs typeface="Times New Roman"/>
              </a:rPr>
              <a:t> científicos suelen ser escasos y débilmente etiquetados. </a:t>
            </a:r>
            <a:endParaRPr sz="1200"/>
          </a:p>
          <a:p>
            <a:pPr marL="457200">
              <a:lnSpc>
                <a:spcPct val="107000"/>
              </a:lnSpc>
              <a:defRPr/>
            </a:pPr>
            <a:r>
              <a:rPr lang="es-ES" sz="1200" b="0" i="0" u="none" strike="noStrike" cap="none" spc="0">
                <a:ln>
                  <a:noFill/>
                </a:ln>
                <a:solidFill>
                  <a:srgbClr val="000000"/>
                </a:solidFill>
                <a:latin typeface="Calibri"/>
                <a:ea typeface="Calibri"/>
                <a:cs typeface="Times New Roman"/>
              </a:rPr>
              <a:t>Proponemos:</a:t>
            </a:r>
            <a:endParaRPr sz="1200"/>
          </a:p>
          <a:p>
            <a:pPr marL="342900" lvl="0" indent="-342900">
              <a:lnSpc>
                <a:spcPct val="107000"/>
              </a:lnSpc>
              <a:buFont typeface="Times New Roman"/>
              <a:buChar char="-"/>
              <a:defRPr/>
            </a:pPr>
            <a:r>
              <a:rPr lang="es-ES" sz="1200" b="0" i="0" u="none" strike="noStrike" cap="none" spc="0">
                <a:ln>
                  <a:noFill/>
                </a:ln>
                <a:solidFill>
                  <a:srgbClr val="000000"/>
                </a:solidFill>
                <a:latin typeface="Calibri"/>
                <a:ea typeface="Calibri"/>
                <a:cs typeface="Times New Roman"/>
              </a:rPr>
              <a:t>Algoritmos automáticos para mejorar la calidad de los datos de entrenamiento</a:t>
            </a:r>
            <a:endParaRPr sz="1200"/>
          </a:p>
          <a:p>
            <a:pPr marL="342900" lvl="0" indent="-342900">
              <a:lnSpc>
                <a:spcPct val="107000"/>
              </a:lnSpc>
              <a:buFont typeface="Times New Roman"/>
              <a:buChar char="-"/>
              <a:defRPr/>
            </a:pPr>
            <a:r>
              <a:rPr lang="es-ES" sz="1200" b="0" i="0" u="none" strike="noStrike" cap="none" spc="0">
                <a:ln>
                  <a:noFill/>
                </a:ln>
                <a:solidFill>
                  <a:srgbClr val="000000"/>
                </a:solidFill>
                <a:latin typeface="Calibri"/>
                <a:ea typeface="Calibri"/>
                <a:cs typeface="Times New Roman"/>
              </a:rPr>
              <a:t>Técnicas que reducen los problemas de “</a:t>
            </a:r>
            <a:r>
              <a:rPr lang="es-ES" sz="1200" b="0" i="0" u="none" strike="noStrike" cap="none" spc="0">
                <a:ln>
                  <a:noFill/>
                </a:ln>
                <a:solidFill>
                  <a:srgbClr val="000000"/>
                </a:solidFill>
                <a:latin typeface="Calibri"/>
                <a:ea typeface="Calibri"/>
                <a:cs typeface="Times New Roman"/>
              </a:rPr>
              <a:t>overfiting</a:t>
            </a:r>
            <a:r>
              <a:rPr lang="es-ES" sz="1200" b="0" i="0" u="none" strike="noStrike" cap="none" spc="0">
                <a:ln>
                  <a:noFill/>
                </a:ln>
                <a:solidFill>
                  <a:srgbClr val="000000"/>
                </a:solidFill>
                <a:latin typeface="Calibri"/>
                <a:ea typeface="Calibri"/>
                <a:cs typeface="Times New Roman"/>
              </a:rPr>
              <a:t>” derivados de la mala calidad de los datos, durante el entrenamiento.</a:t>
            </a:r>
            <a:endParaRPr sz="1200"/>
          </a:p>
          <a:p>
            <a:pPr>
              <a:lnSpc>
                <a:spcPct val="80000"/>
              </a:lnSpc>
              <a:defRPr/>
            </a:pPr>
            <a:r>
              <a:rPr lang="es-ES" sz="1200" b="0" i="0" u="none" strike="noStrike" cap="none" spc="0">
                <a:ln>
                  <a:noFill/>
                </a:ln>
                <a:solidFill>
                  <a:srgbClr val="000000"/>
                </a:solidFill>
                <a:latin typeface="Calibri"/>
                <a:ea typeface="Calibri"/>
                <a:cs typeface="Times New Roman"/>
              </a:rPr>
              <a:t>Algoritmos de corrección que permiten seguir mejorando el GT.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6422440" name="1 Marcador de imagen de diapositiva"/>
          <p:cNvSpPr>
            <a:spLocks noChangeAspect="1" noGrp="1" noRot="1"/>
          </p:cNvSpPr>
          <p:nvPr>
            <p:ph type="sldImg"/>
          </p:nvPr>
        </p:nvSpPr>
        <p:spPr bwMode="auto"/>
      </p:sp>
      <p:sp>
        <p:nvSpPr>
          <p:cNvPr id="81492457" name="2 Marcador de notas"/>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800">
                <a:latin typeface="Aptos"/>
                <a:ea typeface="Aptos"/>
                <a:cs typeface="Times New Roman"/>
              </a:rPr>
              <a:t>In the time remaining, </a:t>
            </a:r>
            <a:endParaRPr lang="es-ES" sz="1800">
              <a:latin typeface="Aptos"/>
              <a:ea typeface="Aptos"/>
              <a:cs typeface="Times New Roman"/>
            </a:endParaRPr>
          </a:p>
          <a:p>
            <a:pPr>
              <a:defRPr/>
            </a:pPr>
            <a:r>
              <a:rPr lang="en-US" sz="1800">
                <a:latin typeface="Aptos"/>
                <a:ea typeface="Aptos"/>
                <a:cs typeface="Times New Roman"/>
              </a:rPr>
              <a:t>I would like to present our work </a:t>
            </a:r>
            <a:endParaRPr lang="es-ES" sz="1800">
              <a:latin typeface="Aptos"/>
              <a:ea typeface="Aptos"/>
              <a:cs typeface="Times New Roman"/>
            </a:endParaRPr>
          </a:p>
          <a:p>
            <a:pPr>
              <a:defRPr/>
            </a:pPr>
            <a:r>
              <a:rPr lang="en-US" sz="1800" b="1">
                <a:latin typeface="Aptos"/>
                <a:ea typeface="Aptos"/>
                <a:cs typeface="Times New Roman"/>
              </a:rPr>
              <a:t>on</a:t>
            </a:r>
            <a:r>
              <a:rPr lang="en-US" sz="1800">
                <a:latin typeface="Aptos"/>
                <a:ea typeface="Aptos"/>
                <a:cs typeface="Times New Roman"/>
              </a:rPr>
              <a:t> the segmentation of dendritic spines </a:t>
            </a:r>
            <a:endParaRPr lang="es-ES" sz="1800">
              <a:latin typeface="Aptos"/>
              <a:ea typeface="Aptos"/>
              <a:cs typeface="Times New Roman"/>
            </a:endParaRPr>
          </a:p>
          <a:p>
            <a:pPr>
              <a:defRPr/>
            </a:pPr>
            <a:r>
              <a:rPr lang="en-US" sz="1800">
                <a:latin typeface="Aptos"/>
                <a:ea typeface="Aptos"/>
                <a:cs typeface="Times New Roman"/>
              </a:rPr>
              <a:t>capture with confocal microscopy.  </a:t>
            </a:r>
            <a:endParaRPr lang="es-ES" sz="1800">
              <a:latin typeface="Aptos"/>
              <a:ea typeface="Aptos"/>
              <a:cs typeface="Times New Roman"/>
            </a:endParaRPr>
          </a:p>
          <a:p>
            <a:pPr>
              <a:defRPr/>
            </a:pPr>
            <a:endParaRPr lang="es-ES"/>
          </a:p>
        </p:txBody>
      </p:sp>
      <p:sp>
        <p:nvSpPr>
          <p:cNvPr id="166128160" name="3 Marcador de número de diapositiva"/>
          <p:cNvSpPr>
            <a:spLocks noGrp="1"/>
          </p:cNvSpPr>
          <p:nvPr>
            <p:ph type="sldNum" sz="quarter" idx="10"/>
          </p:nvPr>
        </p:nvSpPr>
        <p:spPr bwMode="auto"/>
        <p:txBody>
          <a:bodyPr/>
          <a:lstStyle/>
          <a:p>
            <a:pPr>
              <a:defRPr/>
            </a:pPr>
            <a:fld id="{46A2B255-8574-0200-E73C-6635D1AC9706}" type="slidenum">
              <a:rPr lang="en-GB"/>
              <a:t>26</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9785102" name="1 Marcador de imagen de diapositiva"/>
          <p:cNvSpPr>
            <a:spLocks noChangeAspect="1" noGrp="1" noRot="1"/>
          </p:cNvSpPr>
          <p:nvPr>
            <p:ph type="sldImg"/>
          </p:nvPr>
        </p:nvSpPr>
        <p:spPr bwMode="auto"/>
      </p:sp>
      <p:sp>
        <p:nvSpPr>
          <p:cNvPr id="625718158" name="2 Marcador de notas"/>
          <p:cNvSpPr>
            <a:spLocks noGrp="1"/>
          </p:cNvSpPr>
          <p:nvPr>
            <p:ph type="body" idx="1"/>
          </p:nvPr>
        </p:nvSpPr>
        <p:spPr bwMode="auto"/>
        <p:txBody>
          <a:bodyPr/>
          <a:lstStyle/>
          <a:p>
            <a:pPr>
              <a:defRPr/>
            </a:pPr>
            <a:r>
              <a:rPr lang="en-US" sz="1800" b="1">
                <a:latin typeface="Aptos"/>
                <a:ea typeface="Aptos"/>
                <a:cs typeface="Times New Roman"/>
              </a:rPr>
              <a:t>As most of you already know, </a:t>
            </a:r>
            <a:r>
              <a:rPr lang="en-US" sz="1800">
                <a:latin typeface="Aptos"/>
                <a:ea typeface="Aptos"/>
                <a:cs typeface="Times New Roman"/>
              </a:rPr>
              <a:t>deep learning-based models have been successfully applied to many segmentation and classification problems.  </a:t>
            </a:r>
            <a:endParaRPr lang="es-ES" sz="1800">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However, </a:t>
            </a:r>
            <a:endParaRPr lang="es-ES" sz="1800">
              <a:latin typeface="Aptos"/>
              <a:ea typeface="Aptos"/>
              <a:cs typeface="Times New Roman"/>
            </a:endParaRPr>
          </a:p>
          <a:p>
            <a:pPr>
              <a:defRPr/>
            </a:pPr>
            <a:r>
              <a:rPr lang="en-US" sz="1800">
                <a:latin typeface="Aptos"/>
                <a:ea typeface="Aptos"/>
                <a:cs typeface="Times New Roman"/>
              </a:rPr>
              <a:t>in this problem, and in this field,</a:t>
            </a:r>
            <a:endParaRPr lang="es-ES" sz="1800">
              <a:latin typeface="Aptos"/>
              <a:ea typeface="Aptos"/>
              <a:cs typeface="Times New Roman"/>
            </a:endParaRPr>
          </a:p>
          <a:p>
            <a:pPr>
              <a:defRPr/>
            </a:pPr>
            <a:r>
              <a:rPr lang="en-US" sz="1800">
                <a:latin typeface="Aptos"/>
                <a:ea typeface="Aptos"/>
                <a:cs typeface="Times New Roman"/>
              </a:rPr>
              <a:t>these techniques have to face challenges </a:t>
            </a:r>
            <a:endParaRPr/>
          </a:p>
          <a:p>
            <a:pPr>
              <a:defRPr/>
            </a:pPr>
            <a:r>
              <a:rPr lang="en-US" sz="1800">
                <a:latin typeface="Aptos"/>
                <a:ea typeface="Aptos"/>
                <a:cs typeface="Times New Roman"/>
              </a:rPr>
              <a:t>that hinder their application.  </a:t>
            </a:r>
            <a:endParaRPr lang="es-ES" sz="1800">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In this case:  </a:t>
            </a:r>
            <a:endParaRPr lang="es-ES" sz="1800">
              <a:latin typeface="Aptos"/>
              <a:ea typeface="Aptos"/>
              <a:cs typeface="Times New Roman"/>
            </a:endParaRPr>
          </a:p>
          <a:p>
            <a:pPr marL="285750" indent="-285750">
              <a:buFontTx/>
              <a:buChar char="-"/>
              <a:defRPr/>
            </a:pPr>
            <a:r>
              <a:rPr lang="en-US" sz="1800">
                <a:latin typeface="Aptos"/>
                <a:ea typeface="Aptos"/>
                <a:cs typeface="Times New Roman"/>
              </a:rPr>
              <a:t>We have to deal with Image Stacks</a:t>
            </a:r>
            <a:endParaRPr lang="es-ES" sz="1800">
              <a:latin typeface="Aptos"/>
              <a:ea typeface="Aptos"/>
              <a:cs typeface="Times New Roman"/>
            </a:endParaRPr>
          </a:p>
          <a:p>
            <a:pPr marL="285750" indent="-285750">
              <a:buFont typeface="Arial"/>
              <a:buChar char="•"/>
              <a:defRPr/>
            </a:pPr>
            <a:r>
              <a:rPr lang="en-US" sz="1800">
                <a:latin typeface="Aptos"/>
                <a:ea typeface="Aptos"/>
                <a:cs typeface="Times New Roman"/>
              </a:rPr>
              <a:t>Current state of the art models mainly work with 2D images </a:t>
            </a:r>
            <a:endParaRPr/>
          </a:p>
          <a:p>
            <a:pPr marL="285750" indent="-285750">
              <a:buFont typeface="Arial"/>
              <a:buChar char="•"/>
              <a:defRPr/>
            </a:pPr>
            <a:r>
              <a:rPr lang="en-US" sz="1800" b="1">
                <a:latin typeface="Aptos"/>
                <a:ea typeface="Aptos"/>
                <a:cs typeface="Times New Roman"/>
              </a:rPr>
              <a:t>Additionally,</a:t>
            </a:r>
            <a:endParaRPr/>
          </a:p>
          <a:p>
            <a:pPr marL="0" indent="0">
              <a:buFont typeface="Arial"/>
              <a:buNone/>
              <a:defRPr/>
            </a:pPr>
            <a:r>
              <a:rPr lang="en-US" sz="1800" b="1">
                <a:latin typeface="Aptos"/>
                <a:ea typeface="Aptos"/>
                <a:cs typeface="Times New Roman"/>
              </a:rPr>
              <a:t>       processing 3D images require complex models</a:t>
            </a:r>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 [Complex problems require complex models with a high number of parameters ]</a:t>
            </a:r>
            <a:endParaRPr lang="es-ES" sz="1800">
              <a:latin typeface="Aptos"/>
              <a:ea typeface="Aptos"/>
              <a:cs typeface="Times New Roman"/>
            </a:endParaRPr>
          </a:p>
          <a:p>
            <a:pPr>
              <a:defRPr/>
            </a:pPr>
            <a:r>
              <a:rPr lang="en-US" sz="1800" b="1">
                <a:latin typeface="Aptos"/>
                <a:ea typeface="Aptos"/>
                <a:cs typeface="Times New Roman"/>
              </a:rPr>
              <a:t>And complex models require large datasets for training. </a:t>
            </a:r>
            <a:endParaRPr lang="es-ES" sz="1800" b="1">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Since segmenting dendritic spines  is hard and time-consuming,</a:t>
            </a:r>
            <a:endParaRPr lang="es-ES" sz="1800">
              <a:latin typeface="Aptos"/>
              <a:ea typeface="Aptos"/>
              <a:cs typeface="Times New Roman"/>
            </a:endParaRPr>
          </a:p>
          <a:p>
            <a:pPr>
              <a:defRPr/>
            </a:pPr>
            <a:r>
              <a:rPr lang="en-US" sz="1800">
                <a:latin typeface="Aptos"/>
                <a:ea typeface="Aptos"/>
                <a:cs typeface="Times New Roman"/>
              </a:rPr>
              <a:t>it is difficult to find datasets large enough to train DL models with guarantees.</a:t>
            </a:r>
            <a:endParaRPr/>
          </a:p>
          <a:p>
            <a:pPr>
              <a:defRPr/>
            </a:pPr>
            <a:endParaRPr lang="en-US" sz="1800">
              <a:latin typeface="Aptos"/>
              <a:ea typeface="Aptos"/>
              <a:cs typeface="Times New Roman"/>
            </a:endParaRPr>
          </a:p>
          <a:p>
            <a:pPr>
              <a:defRPr/>
            </a:pPr>
            <a:r>
              <a:rPr lang="en-US" sz="1800">
                <a:latin typeface="Aptos"/>
                <a:ea typeface="Aptos"/>
                <a:cs typeface="Times New Roman"/>
              </a:rPr>
              <a:t>- Finally, most of the dataset segmentations are incomplete.</a:t>
            </a:r>
            <a:endParaRPr/>
          </a:p>
          <a:p>
            <a:pPr>
              <a:defRPr/>
            </a:pPr>
            <a:r>
              <a:rPr lang="en-US" sz="1800">
                <a:latin typeface="Aptos"/>
                <a:ea typeface="Aptos"/>
                <a:cs typeface="Times New Roman"/>
              </a:rPr>
              <a:t>Generally, users are interested only in one branch of the stack</a:t>
            </a:r>
            <a:endParaRPr/>
          </a:p>
          <a:p>
            <a:pPr>
              <a:defRPr/>
            </a:pPr>
            <a:r>
              <a:rPr lang="en-US" sz="1800">
                <a:latin typeface="Aptos"/>
                <a:ea typeface="Aptos"/>
                <a:cs typeface="Times New Roman"/>
              </a:rPr>
              <a:t>and some parts of the image are </a:t>
            </a:r>
            <a:r>
              <a:rPr lang="en-US" sz="1800">
                <a:latin typeface="Aptos"/>
                <a:ea typeface="Aptos"/>
                <a:cs typeface="Times New Roman"/>
              </a:rPr>
              <a:t>unsegemtned</a:t>
            </a:r>
            <a:r>
              <a:rPr lang="en-US" sz="1800">
                <a:latin typeface="Aptos"/>
                <a:ea typeface="Aptos"/>
                <a:cs typeface="Times New Roman"/>
              </a:rPr>
              <a:t>.</a:t>
            </a:r>
            <a:endParaRPr lang="es-ES" sz="1800">
              <a:latin typeface="Aptos"/>
              <a:ea typeface="Aptos"/>
              <a:cs typeface="Times New Roman"/>
            </a:endParaRPr>
          </a:p>
          <a:p>
            <a:pPr>
              <a:defRPr/>
            </a:pPr>
            <a:endParaRPr lang="es-ES" sz="1800">
              <a:latin typeface="Aptos"/>
              <a:ea typeface="Aptos"/>
              <a:cs typeface="Times New Roman"/>
            </a:endParaRPr>
          </a:p>
          <a:p>
            <a:pPr>
              <a:defRPr/>
            </a:pPr>
            <a:endParaRPr lang="es-ES"/>
          </a:p>
        </p:txBody>
      </p:sp>
      <p:sp>
        <p:nvSpPr>
          <p:cNvPr id="1664094558" name="3 Marcador de número de diapositiva"/>
          <p:cNvSpPr>
            <a:spLocks noGrp="1"/>
          </p:cNvSpPr>
          <p:nvPr>
            <p:ph type="sldNum" sz="quarter" idx="10"/>
          </p:nvPr>
        </p:nvSpPr>
        <p:spPr bwMode="auto"/>
        <p:txBody>
          <a:bodyPr/>
          <a:lstStyle/>
          <a:p>
            <a:pPr>
              <a:defRPr/>
            </a:pPr>
            <a:fld id="{FBCB2295-B7AD-D725-3D25-889FEBC1DE65}" type="slidenum">
              <a:rPr lang="en-GB"/>
              <a:t>27</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8167014" name="1 Marcador de imagen de diapositiva"/>
          <p:cNvSpPr>
            <a:spLocks noChangeAspect="1" noGrp="1" noRot="1"/>
          </p:cNvSpPr>
          <p:nvPr>
            <p:ph type="sldImg"/>
          </p:nvPr>
        </p:nvSpPr>
        <p:spPr bwMode="auto"/>
      </p:sp>
      <p:sp>
        <p:nvSpPr>
          <p:cNvPr id="614449928" name="2 Marcador de notas"/>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1">
                <a:latin typeface="Aptos"/>
                <a:ea typeface="Aptos"/>
                <a:cs typeface="Times New Roman"/>
              </a:rPr>
              <a:t>[Our proposal to address these challenges ]</a:t>
            </a:r>
            <a:endParaRPr/>
          </a:p>
          <a:p>
            <a:pPr>
              <a:defRPr/>
            </a:pPr>
            <a:r>
              <a:rPr lang="en-US" sz="1200" b="1">
                <a:latin typeface="Aptos"/>
                <a:ea typeface="Aptos"/>
                <a:cs typeface="Times New Roman"/>
              </a:rPr>
              <a:t>Our proposed solution to address these challenges </a:t>
            </a:r>
            <a:endParaRPr/>
          </a:p>
          <a:p>
            <a:pPr>
              <a:defRPr/>
            </a:pPr>
            <a:endParaRPr lang="en-US" sz="1200" b="1">
              <a:latin typeface="Aptos"/>
              <a:ea typeface="Aptos"/>
              <a:cs typeface="Times New Roman"/>
            </a:endParaRPr>
          </a:p>
          <a:p>
            <a:pPr>
              <a:defRPr/>
            </a:pPr>
            <a:r>
              <a:rPr lang="en-US" sz="1200" b="1">
                <a:latin typeface="Aptos"/>
                <a:ea typeface="Aptos"/>
                <a:cs typeface="Times New Roman"/>
              </a:rPr>
              <a:t>is based on three components:  </a:t>
            </a:r>
            <a:endParaRPr lang="es-ES" sz="1200" b="1">
              <a:latin typeface="Aptos"/>
              <a:ea typeface="Aptos"/>
              <a:cs typeface="Times New Roman"/>
            </a:endParaRPr>
          </a:p>
          <a:p>
            <a:pPr>
              <a:defRPr/>
            </a:pPr>
            <a:r>
              <a:rPr lang="en-US" sz="1200">
                <a:latin typeface="Aptos"/>
                <a:ea typeface="Aptos"/>
                <a:cs typeface="Times New Roman"/>
              </a:rPr>
              <a:t> </a:t>
            </a:r>
            <a:endParaRPr lang="es-ES" sz="1200">
              <a:latin typeface="Aptos"/>
              <a:ea typeface="Aptos"/>
              <a:cs typeface="Times New Roman"/>
            </a:endParaRPr>
          </a:p>
          <a:p>
            <a:pPr>
              <a:defRPr/>
            </a:pPr>
            <a:r>
              <a:rPr lang="en-US" sz="1200" b="0">
                <a:latin typeface="Aptos"/>
                <a:ea typeface="Aptos"/>
                <a:cs typeface="Times New Roman"/>
              </a:rPr>
              <a:t>- A data pre-processing module.  </a:t>
            </a:r>
            <a:endParaRPr lang="es-ES" sz="1200" b="0">
              <a:latin typeface="Aptos"/>
              <a:ea typeface="Aptos"/>
              <a:cs typeface="Times New Roman"/>
            </a:endParaRPr>
          </a:p>
          <a:p>
            <a:pPr>
              <a:defRPr/>
            </a:pPr>
            <a:r>
              <a:rPr lang="en-US" sz="1200">
                <a:latin typeface="Aptos"/>
                <a:ea typeface="Aptos"/>
                <a:cs typeface="Times New Roman"/>
              </a:rPr>
              <a:t>- A specific DL model adapted to this problem.  </a:t>
            </a:r>
            <a:endParaRPr lang="es-ES" sz="1200">
              <a:latin typeface="Aptos"/>
              <a:ea typeface="Aptos"/>
              <a:cs typeface="Times New Roman"/>
            </a:endParaRPr>
          </a:p>
          <a:p>
            <a:pPr>
              <a:defRPr/>
            </a:pPr>
            <a:r>
              <a:rPr lang="en-US" sz="1200" b="0">
                <a:latin typeface="Aptos"/>
                <a:ea typeface="Aptos"/>
                <a:cs typeface="Times New Roman"/>
              </a:rPr>
              <a:t>- And a postprocessing module that allows the user to correct the model’s errors. </a:t>
            </a:r>
            <a:endParaRPr lang="es-ES" sz="1200" b="0">
              <a:latin typeface="Aptos"/>
              <a:ea typeface="Aptos"/>
              <a:cs typeface="Times New Roman"/>
            </a:endParaRPr>
          </a:p>
          <a:p>
            <a:pPr>
              <a:defRPr/>
            </a:pPr>
            <a:endParaRPr lang="es-ES"/>
          </a:p>
        </p:txBody>
      </p:sp>
      <p:sp>
        <p:nvSpPr>
          <p:cNvPr id="1155138974" name="3 Marcador de número de diapositiva"/>
          <p:cNvSpPr>
            <a:spLocks noGrp="1"/>
          </p:cNvSpPr>
          <p:nvPr>
            <p:ph type="sldNum" sz="quarter" idx="10"/>
          </p:nvPr>
        </p:nvSpPr>
        <p:spPr bwMode="auto"/>
        <p:txBody>
          <a:bodyPr/>
          <a:lstStyle/>
          <a:p>
            <a:pPr>
              <a:defRPr/>
            </a:pPr>
            <a:fld id="{893219F3-A2F4-51D2-1563-0691B1840FD3}" type="slidenum">
              <a:rPr lang="en-GB"/>
              <a:t>28</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556452" name="1 Marcador de imagen de diapositiva"/>
          <p:cNvSpPr>
            <a:spLocks noChangeAspect="1" noGrp="1" noRot="1"/>
          </p:cNvSpPr>
          <p:nvPr>
            <p:ph type="sldImg"/>
          </p:nvPr>
        </p:nvSpPr>
        <p:spPr bwMode="auto"/>
      </p:sp>
      <p:sp>
        <p:nvSpPr>
          <p:cNvPr id="523339084" name="2 Marcador de notas"/>
          <p:cNvSpPr>
            <a:spLocks noGrp="1"/>
          </p:cNvSpPr>
          <p:nvPr>
            <p:ph type="body" idx="1"/>
          </p:nvPr>
        </p:nvSpPr>
        <p:spPr bwMode="auto"/>
        <p:txBody>
          <a:bodyPr/>
          <a:lstStyle/>
          <a:p>
            <a:pPr>
              <a:defRPr/>
            </a:pPr>
            <a:r>
              <a:rPr lang="en-US" sz="1800">
                <a:latin typeface="Aptos"/>
                <a:ea typeface="Aptos"/>
                <a:cs typeface="Times New Roman"/>
              </a:rPr>
              <a:t>Our proposed solution to address these challenges is based on three components:  </a:t>
            </a:r>
            <a:endParaRPr lang="es-ES" sz="1800">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b="1">
                <a:latin typeface="Aptos"/>
                <a:ea typeface="Aptos"/>
                <a:cs typeface="Times New Roman"/>
              </a:rPr>
              <a:t>- A data pre-processing module.  </a:t>
            </a:r>
            <a:endParaRPr lang="es-ES" sz="1800" b="1">
              <a:latin typeface="Aptos"/>
              <a:ea typeface="Aptos"/>
              <a:cs typeface="Times New Roman"/>
            </a:endParaRPr>
          </a:p>
          <a:p>
            <a:pPr>
              <a:defRPr/>
            </a:pPr>
            <a:r>
              <a:rPr lang="en-US" sz="1800">
                <a:latin typeface="Aptos"/>
                <a:ea typeface="Aptos"/>
                <a:cs typeface="Times New Roman"/>
              </a:rPr>
              <a:t>- A specific DL model adapted to this problem.  </a:t>
            </a:r>
            <a:endParaRPr lang="es-ES" sz="1800">
              <a:latin typeface="Aptos"/>
              <a:ea typeface="Aptos"/>
              <a:cs typeface="Times New Roman"/>
            </a:endParaRPr>
          </a:p>
          <a:p>
            <a:pPr>
              <a:defRPr/>
            </a:pPr>
            <a:r>
              <a:rPr lang="en-US" sz="1800" b="0">
                <a:latin typeface="Aptos"/>
                <a:ea typeface="Aptos"/>
                <a:cs typeface="Times New Roman"/>
              </a:rPr>
              <a:t>- And a postprocessing module that allows the user to correct the model’s errors. </a:t>
            </a:r>
            <a:endParaRPr lang="es-ES" sz="1800" b="0">
              <a:latin typeface="Aptos"/>
              <a:ea typeface="Aptos"/>
              <a:cs typeface="Times New Roman"/>
            </a:endParaRPr>
          </a:p>
          <a:p>
            <a:pPr>
              <a:defRPr/>
            </a:pPr>
            <a:endParaRPr lang="es-ES"/>
          </a:p>
        </p:txBody>
      </p:sp>
      <p:sp>
        <p:nvSpPr>
          <p:cNvPr id="2102774994" name="3 Marcador de número de diapositiva"/>
          <p:cNvSpPr>
            <a:spLocks noGrp="1"/>
          </p:cNvSpPr>
          <p:nvPr>
            <p:ph type="sldNum" sz="quarter" idx="10"/>
          </p:nvPr>
        </p:nvSpPr>
        <p:spPr bwMode="auto"/>
        <p:txBody>
          <a:bodyPr/>
          <a:lstStyle/>
          <a:p>
            <a:pPr>
              <a:defRPr/>
            </a:pPr>
            <a:fld id="{5A7653C1-5CBC-104A-7118-DB992FBBAB3B}" type="slidenum">
              <a:rPr lang="en-GB"/>
              <a:t>29</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7585669" name="1 Marcador de imagen de diapositiva"/>
          <p:cNvSpPr>
            <a:spLocks noChangeAspect="1" noGrp="1" noRot="1"/>
          </p:cNvSpPr>
          <p:nvPr>
            <p:ph type="sldImg"/>
          </p:nvPr>
        </p:nvSpPr>
        <p:spPr bwMode="auto"/>
      </p:sp>
      <p:sp>
        <p:nvSpPr>
          <p:cNvPr id="528241380" name="2 Marcador de notas"/>
          <p:cNvSpPr>
            <a:spLocks noGrp="1"/>
          </p:cNvSpPr>
          <p:nvPr>
            <p:ph type="body" idx="1"/>
          </p:nvPr>
        </p:nvSpPr>
        <p:spPr bwMode="auto"/>
        <p:txBody>
          <a:bodyPr/>
          <a:lstStyle/>
          <a:p>
            <a:pPr>
              <a:defRPr/>
            </a:pPr>
            <a:r>
              <a:rPr lang="en-US" sz="1800">
                <a:latin typeface="Aptos"/>
                <a:ea typeface="Aptos"/>
                <a:cs typeface="Times New Roman"/>
              </a:rPr>
              <a:t>Our proposed solution to address these challenges is based on three components:  </a:t>
            </a:r>
            <a:endParaRPr lang="es-ES" sz="1800">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 A data pre-processing module.  </a:t>
            </a:r>
            <a:endParaRPr lang="es-ES" sz="1800">
              <a:latin typeface="Aptos"/>
              <a:ea typeface="Aptos"/>
              <a:cs typeface="Times New Roman"/>
            </a:endParaRPr>
          </a:p>
          <a:p>
            <a:pPr marL="0" indent="0">
              <a:buFontTx/>
              <a:buNone/>
              <a:defRPr/>
            </a:pPr>
            <a:r>
              <a:rPr lang="en-US" sz="1800" b="1">
                <a:latin typeface="Aptos"/>
                <a:ea typeface="Aptos"/>
                <a:cs typeface="Times New Roman"/>
              </a:rPr>
              <a:t>- A specific DL model </a:t>
            </a:r>
            <a:endParaRPr/>
          </a:p>
          <a:p>
            <a:pPr marL="0" indent="0">
              <a:buFontTx/>
              <a:buNone/>
              <a:defRPr/>
            </a:pPr>
            <a:r>
              <a:rPr lang="en-US" sz="1800" b="1">
                <a:latin typeface="Aptos"/>
                <a:ea typeface="Aptos"/>
                <a:cs typeface="Times New Roman"/>
              </a:rPr>
              <a:t>adapted to this problem.  </a:t>
            </a:r>
            <a:endParaRPr lang="es-ES" sz="1800" b="1">
              <a:latin typeface="Aptos"/>
              <a:ea typeface="Aptos"/>
              <a:cs typeface="Times New Roman"/>
            </a:endParaRPr>
          </a:p>
          <a:p>
            <a:pPr>
              <a:defRPr/>
            </a:pPr>
            <a:r>
              <a:rPr lang="en-US" sz="1800">
                <a:latin typeface="Aptos"/>
                <a:ea typeface="Aptos"/>
                <a:cs typeface="Times New Roman"/>
              </a:rPr>
              <a:t>- And </a:t>
            </a:r>
            <a:r>
              <a:rPr lang="en-US" sz="1800" b="1">
                <a:latin typeface="Aptos"/>
                <a:ea typeface="Aptos"/>
                <a:cs typeface="Times New Roman"/>
              </a:rPr>
              <a:t>a postprocessing</a:t>
            </a:r>
            <a:r>
              <a:rPr lang="en-US" sz="1800">
                <a:latin typeface="Aptos"/>
                <a:ea typeface="Aptos"/>
                <a:cs typeface="Times New Roman"/>
              </a:rPr>
              <a:t> module that allows the user to correct the model’s errors. </a:t>
            </a:r>
            <a:endParaRPr lang="es-ES" sz="1800">
              <a:latin typeface="Aptos"/>
              <a:ea typeface="Aptos"/>
              <a:cs typeface="Times New Roman"/>
            </a:endParaRPr>
          </a:p>
          <a:p>
            <a:pPr>
              <a:defRPr/>
            </a:pPr>
            <a:endParaRPr lang="es-ES"/>
          </a:p>
        </p:txBody>
      </p:sp>
      <p:sp>
        <p:nvSpPr>
          <p:cNvPr id="1816144971" name="3 Marcador de número de diapositiva"/>
          <p:cNvSpPr>
            <a:spLocks noGrp="1"/>
          </p:cNvSpPr>
          <p:nvPr>
            <p:ph type="sldNum" sz="quarter" idx="10"/>
          </p:nvPr>
        </p:nvSpPr>
        <p:spPr bwMode="auto"/>
        <p:txBody>
          <a:bodyPr/>
          <a:lstStyle/>
          <a:p>
            <a:pPr>
              <a:defRPr/>
            </a:pPr>
            <a:fld id="{6B194C65-87EF-539B-9CCA-582AAB59FD6E}" type="slidenum">
              <a:rPr lang="en-GB"/>
              <a:t>30</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8432390" name="1 Marcador de imagen de diapositiva"/>
          <p:cNvSpPr>
            <a:spLocks noChangeAspect="1" noGrp="1" noRot="1"/>
          </p:cNvSpPr>
          <p:nvPr>
            <p:ph type="sldImg"/>
          </p:nvPr>
        </p:nvSpPr>
        <p:spPr bwMode="auto"/>
      </p:sp>
      <p:sp>
        <p:nvSpPr>
          <p:cNvPr id="414689298" name="2 Marcador de notas"/>
          <p:cNvSpPr>
            <a:spLocks noGrp="1"/>
          </p:cNvSpPr>
          <p:nvPr>
            <p:ph type="body" idx="1"/>
          </p:nvPr>
        </p:nvSpPr>
        <p:spPr bwMode="auto"/>
        <p:txBody>
          <a:bodyPr/>
          <a:lstStyle/>
          <a:p>
            <a:pPr>
              <a:defRPr/>
            </a:pPr>
            <a:r>
              <a:rPr lang="en-US" sz="1800">
                <a:latin typeface="Aptos"/>
                <a:ea typeface="Aptos"/>
                <a:cs typeface="Times New Roman"/>
              </a:rPr>
              <a:t>Our proposed solution to address these challenges is based on three components:  </a:t>
            </a:r>
            <a:endParaRPr lang="es-ES" sz="1800">
              <a:latin typeface="Aptos"/>
              <a:ea typeface="Aptos"/>
              <a:cs typeface="Times New Roman"/>
            </a:endParaRPr>
          </a:p>
          <a:p>
            <a:pPr>
              <a:defRPr/>
            </a:pPr>
            <a:r>
              <a:rPr lang="en-US" sz="1800">
                <a:latin typeface="Aptos"/>
                <a:ea typeface="Aptos"/>
                <a:cs typeface="Times New Roman"/>
              </a:rPr>
              <a:t> </a:t>
            </a:r>
            <a:endParaRPr lang="es-ES" sz="1800">
              <a:latin typeface="Aptos"/>
              <a:ea typeface="Aptos"/>
              <a:cs typeface="Times New Roman"/>
            </a:endParaRPr>
          </a:p>
          <a:p>
            <a:pPr>
              <a:defRPr/>
            </a:pPr>
            <a:r>
              <a:rPr lang="en-US" sz="1800">
                <a:latin typeface="Aptos"/>
                <a:ea typeface="Aptos"/>
                <a:cs typeface="Times New Roman"/>
              </a:rPr>
              <a:t>- A data pre-processing module.  </a:t>
            </a:r>
            <a:endParaRPr lang="es-ES" sz="1800">
              <a:latin typeface="Aptos"/>
              <a:ea typeface="Aptos"/>
              <a:cs typeface="Times New Roman"/>
            </a:endParaRPr>
          </a:p>
          <a:p>
            <a:pPr>
              <a:defRPr/>
            </a:pPr>
            <a:r>
              <a:rPr lang="en-US" sz="1800">
                <a:latin typeface="Aptos"/>
                <a:ea typeface="Aptos"/>
                <a:cs typeface="Times New Roman"/>
              </a:rPr>
              <a:t>- A specific DL model adapted to this specific problem.  </a:t>
            </a:r>
            <a:endParaRPr lang="es-ES" sz="1800">
              <a:latin typeface="Aptos"/>
              <a:ea typeface="Aptos"/>
              <a:cs typeface="Times New Roman"/>
            </a:endParaRPr>
          </a:p>
          <a:p>
            <a:pPr>
              <a:defRPr/>
            </a:pPr>
            <a:r>
              <a:rPr lang="en-US" sz="1800" b="1">
                <a:latin typeface="Aptos"/>
                <a:ea typeface="Aptos"/>
                <a:cs typeface="Times New Roman"/>
              </a:rPr>
              <a:t>- And a postprocessing  module that allows the user to correct the model’s errors. </a:t>
            </a:r>
            <a:endParaRPr lang="es-ES" sz="1800" b="1">
              <a:latin typeface="Aptos"/>
              <a:ea typeface="Aptos"/>
              <a:cs typeface="Times New Roman"/>
            </a:endParaRPr>
          </a:p>
          <a:p>
            <a:pPr>
              <a:defRPr/>
            </a:pPr>
            <a:endParaRPr lang="es-ES"/>
          </a:p>
        </p:txBody>
      </p:sp>
      <p:sp>
        <p:nvSpPr>
          <p:cNvPr id="35885069" name="3 Marcador de número de diapositiva"/>
          <p:cNvSpPr>
            <a:spLocks noGrp="1"/>
          </p:cNvSpPr>
          <p:nvPr>
            <p:ph type="sldNum" sz="quarter" idx="10"/>
          </p:nvPr>
        </p:nvSpPr>
        <p:spPr bwMode="auto"/>
        <p:txBody>
          <a:bodyPr/>
          <a:lstStyle/>
          <a:p>
            <a:pPr>
              <a:defRPr/>
            </a:pPr>
            <a:fld id="{33792FA1-C18C-783B-25FB-EDD2F7F80B8D}" type="slidenum">
              <a:rPr lang="en-GB"/>
              <a:t>31</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9140263" name="1 Marcador de imagen de diapositiva"/>
          <p:cNvSpPr>
            <a:spLocks noChangeAspect="1" noGrp="1" noRot="1"/>
          </p:cNvSpPr>
          <p:nvPr>
            <p:ph type="sldImg"/>
          </p:nvPr>
        </p:nvSpPr>
        <p:spPr bwMode="auto"/>
      </p:sp>
      <p:sp>
        <p:nvSpPr>
          <p:cNvPr id="518940027" name="2 Marcador de notas"/>
          <p:cNvSpPr>
            <a:spLocks noGrp="1"/>
          </p:cNvSpPr>
          <p:nvPr>
            <p:ph type="body" idx="1"/>
          </p:nvPr>
        </p:nvSpPr>
        <p:spPr bwMode="auto"/>
        <p:txBody>
          <a:bodyPr/>
          <a:lstStyle/>
          <a:p>
            <a:pPr>
              <a:defRPr/>
            </a:pPr>
            <a:r>
              <a:rPr lang="en-US" sz="1800">
                <a:latin typeface="Aptos"/>
                <a:ea typeface="Aptos"/>
                <a:cs typeface="Times New Roman"/>
              </a:rPr>
              <a:t>The preprocessing module </a:t>
            </a:r>
            <a:endParaRPr/>
          </a:p>
          <a:p>
            <a:pPr>
              <a:defRPr/>
            </a:pPr>
            <a:r>
              <a:rPr lang="en-US" sz="1800">
                <a:latin typeface="Aptos"/>
                <a:ea typeface="Aptos"/>
                <a:cs typeface="Times New Roman"/>
              </a:rPr>
              <a:t>primary goal </a:t>
            </a:r>
            <a:endParaRPr lang="es-ES" sz="1800">
              <a:latin typeface="Aptos"/>
              <a:ea typeface="Aptos"/>
              <a:cs typeface="Times New Roman"/>
            </a:endParaRPr>
          </a:p>
          <a:p>
            <a:pPr>
              <a:defRPr/>
            </a:pPr>
            <a:r>
              <a:rPr lang="en-US" sz="1800">
                <a:latin typeface="Aptos"/>
                <a:ea typeface="Aptos"/>
                <a:cs typeface="Times New Roman"/>
              </a:rPr>
              <a:t>is to create the training set and </a:t>
            </a:r>
            <a:endParaRPr lang="es-ES" sz="1800">
              <a:latin typeface="Aptos"/>
              <a:ea typeface="Aptos"/>
              <a:cs typeface="Times New Roman"/>
            </a:endParaRPr>
          </a:p>
          <a:p>
            <a:pPr>
              <a:defRPr/>
            </a:pPr>
            <a:r>
              <a:rPr lang="en-US" sz="1800">
                <a:latin typeface="Aptos"/>
                <a:ea typeface="Aptos"/>
                <a:cs typeface="Times New Roman"/>
              </a:rPr>
              <a:t>[automatically] reconstruct the necks </a:t>
            </a:r>
            <a:endParaRPr/>
          </a:p>
          <a:p>
            <a:pPr>
              <a:defRPr/>
            </a:pPr>
            <a:r>
              <a:rPr lang="en-US" sz="1800">
                <a:latin typeface="Aptos"/>
                <a:ea typeface="Aptos"/>
                <a:cs typeface="Times New Roman"/>
              </a:rPr>
              <a:t>of disconnected spines.  </a:t>
            </a:r>
            <a:endParaRPr lang="es-ES" sz="1800">
              <a:latin typeface="Aptos"/>
              <a:ea typeface="Aptos"/>
              <a:cs typeface="Times New Roman"/>
            </a:endParaRPr>
          </a:p>
          <a:p>
            <a:pPr>
              <a:defRPr/>
            </a:pPr>
            <a:endParaRPr lang="es-ES"/>
          </a:p>
        </p:txBody>
      </p:sp>
      <p:sp>
        <p:nvSpPr>
          <p:cNvPr id="1374304078" name="3 Marcador de número de diapositiva"/>
          <p:cNvSpPr>
            <a:spLocks noGrp="1"/>
          </p:cNvSpPr>
          <p:nvPr>
            <p:ph type="sldNum" sz="quarter" idx="10"/>
          </p:nvPr>
        </p:nvSpPr>
        <p:spPr bwMode="auto"/>
        <p:txBody>
          <a:bodyPr/>
          <a:lstStyle/>
          <a:p>
            <a:pPr>
              <a:defRPr/>
            </a:pPr>
            <a:fld id="{3994908C-4028-C51F-0AC1-9E247E7D5DAC}" type="slidenum">
              <a:rPr lang="en-GB"/>
              <a:t>32</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8392043" name="Shape 145"/>
          <p:cNvSpPr>
            <a:spLocks noChangeAspect="1" noGrp="1" noRot="1"/>
          </p:cNvSpPr>
          <p:nvPr>
            <p:ph type="sldImg"/>
          </p:nvPr>
        </p:nvSpPr>
        <p:spPr bwMode="auto">
          <a:prstGeom prst="rect">
            <a:avLst/>
          </a:prstGeom>
        </p:spPr>
        <p:txBody>
          <a:bodyPr/>
          <a:lstStyle/>
          <a:p>
            <a:pPr>
              <a:defRPr/>
            </a:pPr>
            <a:endParaRPr/>
          </a:p>
        </p:txBody>
      </p:sp>
      <p:sp>
        <p:nvSpPr>
          <p:cNvPr id="558314581" name="Shape 146"/>
          <p:cNvSpPr>
            <a:spLocks noGrp="1"/>
          </p:cNvSpPr>
          <p:nvPr>
            <p:ph type="body" sz="quarter" idx="1"/>
          </p:nvPr>
        </p:nvSpPr>
        <p:spPr bwMode="auto">
          <a:prstGeom prst="rect">
            <a:avLst/>
          </a:prstGeom>
        </p:spPr>
        <p:txBody>
          <a:bodyPr/>
          <a:lstStyle/>
          <a:p>
            <a:pPr>
              <a:lnSpc>
                <a:spcPct val="80000"/>
              </a:lnSpc>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15011" name="Shape 145"/>
          <p:cNvSpPr>
            <a:spLocks noChangeAspect="1" noGrp="1" noRot="1"/>
          </p:cNvSpPr>
          <p:nvPr>
            <p:ph type="sldImg"/>
          </p:nvPr>
        </p:nvSpPr>
        <p:spPr bwMode="auto">
          <a:prstGeom prst="rect">
            <a:avLst/>
          </a:prstGeom>
        </p:spPr>
        <p:txBody>
          <a:bodyPr/>
          <a:lstStyle/>
          <a:p>
            <a:pPr>
              <a:defRPr/>
            </a:pPr>
            <a:endParaRPr/>
          </a:p>
        </p:txBody>
      </p:sp>
      <p:sp>
        <p:nvSpPr>
          <p:cNvPr id="1176550856" name="Shape 146"/>
          <p:cNvSpPr>
            <a:spLocks noGrp="1"/>
          </p:cNvSpPr>
          <p:nvPr>
            <p:ph type="body" sz="quarter" idx="1"/>
          </p:nvPr>
        </p:nvSpPr>
        <p:spPr bwMode="auto">
          <a:prstGeom prst="rect">
            <a:avLst/>
          </a:prstGeom>
        </p:spPr>
        <p:txBody>
          <a:bodyPr/>
          <a:lstStyle/>
          <a:p>
            <a:pPr>
              <a:lnSpc>
                <a:spcPct val="80000"/>
              </a:lnSpc>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8500917" name="Slide Image Placeholder 1"/>
          <p:cNvSpPr>
            <a:spLocks noChangeAspect="1" noGrp="1" noRot="1"/>
          </p:cNvSpPr>
          <p:nvPr>
            <p:ph type="sldImg"/>
          </p:nvPr>
        </p:nvSpPr>
        <p:spPr bwMode="auto"/>
      </p:sp>
      <p:sp>
        <p:nvSpPr>
          <p:cNvPr id="1128999063" name="Notes Placeholder 2"/>
          <p:cNvSpPr>
            <a:spLocks noGrp="1"/>
          </p:cNvSpPr>
          <p:nvPr>
            <p:ph type="body" idx="1"/>
          </p:nvPr>
        </p:nvSpPr>
        <p:spPr bwMode="auto"/>
        <p:txBody>
          <a:bodyPr/>
          <a:lstStyle/>
          <a:p>
            <a:pPr>
              <a:defRPr/>
            </a:pPr>
            <a:endParaRPr/>
          </a:p>
        </p:txBody>
      </p:sp>
      <p:sp>
        <p:nvSpPr>
          <p:cNvPr id="847077615" name="Slide Number Placeholder 3"/>
          <p:cNvSpPr>
            <a:spLocks noGrp="1"/>
          </p:cNvSpPr>
          <p:nvPr>
            <p:ph type="sldNum" sz="quarter" idx="10"/>
          </p:nvPr>
        </p:nvSpPr>
        <p:spPr bwMode="auto"/>
        <p:txBody>
          <a:bodyPr/>
          <a:lstStyle/>
          <a:p>
            <a:pPr>
              <a:defRPr/>
            </a:pPr>
            <a:fld id="{46EAF4F0-0068-6A8F-5A81-13279A2D8D7E}"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14012970" name="Title 1"/>
          <p:cNvSpPr>
            <a:spLocks noGrp="1"/>
          </p:cNvSpPr>
          <p:nvPr>
            <p:ph type="ctrTitle"/>
          </p:nvPr>
        </p:nvSpPr>
        <p:spPr bwMode="auto">
          <a:xfrm>
            <a:off x="1143000" y="1122363"/>
            <a:ext cx="6858000" cy="2387600"/>
          </a:xfrm>
        </p:spPr>
        <p:txBody>
          <a:bodyPr anchor="b"/>
          <a:lstStyle>
            <a:lvl1pPr algn="ctr">
              <a:defRPr sz="6000"/>
            </a:lvl1pPr>
          </a:lstStyle>
          <a:p>
            <a:pPr>
              <a:defRPr/>
            </a:pPr>
            <a:r>
              <a:rPr lang="en-GB"/>
              <a:t>Click to edit Master title style</a:t>
            </a:r>
            <a:endParaRPr/>
          </a:p>
        </p:txBody>
      </p:sp>
      <p:sp>
        <p:nvSpPr>
          <p:cNvPr id="1794997819" name="Subtitle 2"/>
          <p:cNvSpPr>
            <a:spLocks noGrp="1"/>
          </p:cNvSpPr>
          <p:nvPr>
            <p:ph type="subTitle" idx="1"/>
          </p:nvPr>
        </p:nvSpPr>
        <p:spPr bwMode="auto">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GB"/>
              <a:t>Click to edit Master subtitle style</a:t>
            </a:r>
            <a:endParaRPr/>
          </a:p>
        </p:txBody>
      </p:sp>
      <p:sp>
        <p:nvSpPr>
          <p:cNvPr id="582675157" name="Date Placeholder 3"/>
          <p:cNvSpPr>
            <a:spLocks noGrp="1"/>
          </p:cNvSpPr>
          <p:nvPr>
            <p:ph type="dt" sz="half" idx="10"/>
          </p:nvPr>
        </p:nvSpPr>
        <p:spPr bwMode="auto"/>
        <p:txBody>
          <a:bodyPr/>
          <a:lstStyle/>
          <a:p>
            <a:pPr>
              <a:defRPr/>
            </a:pPr>
            <a:fld id="{415C78C8-01AE-8A4B-8152-38068E35D871}" type="datetimeFigureOut">
              <a:rPr/>
              <a:t>09/20/2026</a:t>
            </a:fld>
            <a:endParaRPr/>
          </a:p>
        </p:txBody>
      </p:sp>
      <p:sp>
        <p:nvSpPr>
          <p:cNvPr id="1668918413" name="Footer Placeholder 4"/>
          <p:cNvSpPr>
            <a:spLocks noGrp="1"/>
          </p:cNvSpPr>
          <p:nvPr>
            <p:ph type="ftr" sz="quarter" idx="11"/>
          </p:nvPr>
        </p:nvSpPr>
        <p:spPr bwMode="auto"/>
        <p:txBody>
          <a:bodyPr/>
          <a:lstStyle/>
          <a:p>
            <a:pPr>
              <a:defRPr/>
            </a:pPr>
            <a:endParaRPr/>
          </a:p>
        </p:txBody>
      </p:sp>
      <p:sp>
        <p:nvSpPr>
          <p:cNvPr id="574974061" name="Slide Number Placeholder 5"/>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732593207" name="Title 1"/>
          <p:cNvSpPr>
            <a:spLocks noGrp="1"/>
          </p:cNvSpPr>
          <p:nvPr>
            <p:ph type="title"/>
          </p:nvPr>
        </p:nvSpPr>
        <p:spPr bwMode="auto"/>
        <p:txBody>
          <a:bodyPr/>
          <a:lstStyle/>
          <a:p>
            <a:pPr>
              <a:defRPr/>
            </a:pPr>
            <a:r>
              <a:rPr lang="en-GB"/>
              <a:t>Click to edit Master title style</a:t>
            </a:r>
            <a:endParaRPr/>
          </a:p>
        </p:txBody>
      </p:sp>
      <p:sp>
        <p:nvSpPr>
          <p:cNvPr id="1153264521" name="Content Placeholder 2"/>
          <p:cNvSpPr>
            <a:spLocks noGrp="1"/>
          </p:cNvSpPr>
          <p:nvPr>
            <p:ph idx="1"/>
          </p:nvPr>
        </p:nvSpPr>
        <p:spPr bwMode="auto"/>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77301059" name="Date Placeholder 3"/>
          <p:cNvSpPr>
            <a:spLocks noGrp="1"/>
          </p:cNvSpPr>
          <p:nvPr>
            <p:ph type="dt" sz="half" idx="10"/>
          </p:nvPr>
        </p:nvSpPr>
        <p:spPr bwMode="auto"/>
        <p:txBody>
          <a:bodyPr/>
          <a:lstStyle/>
          <a:p>
            <a:pPr>
              <a:defRPr/>
            </a:pPr>
            <a:fld id="{415C78C8-01AE-8A4B-8152-38068E35D871}" type="datetimeFigureOut">
              <a:rPr/>
              <a:t>09/20/2026</a:t>
            </a:fld>
            <a:endParaRPr/>
          </a:p>
        </p:txBody>
      </p:sp>
      <p:sp>
        <p:nvSpPr>
          <p:cNvPr id="986511163" name="Footer Placeholder 4"/>
          <p:cNvSpPr>
            <a:spLocks noGrp="1"/>
          </p:cNvSpPr>
          <p:nvPr>
            <p:ph type="ftr" sz="quarter" idx="11"/>
          </p:nvPr>
        </p:nvSpPr>
        <p:spPr bwMode="auto"/>
        <p:txBody>
          <a:bodyPr/>
          <a:lstStyle/>
          <a:p>
            <a:pPr>
              <a:defRPr/>
            </a:pPr>
            <a:endParaRPr/>
          </a:p>
        </p:txBody>
      </p:sp>
      <p:sp>
        <p:nvSpPr>
          <p:cNvPr id="1181775947" name="Slide Number Placeholder 5"/>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44902709" name="Title 1"/>
          <p:cNvSpPr>
            <a:spLocks noGrp="1"/>
          </p:cNvSpPr>
          <p:nvPr>
            <p:ph type="title"/>
          </p:nvPr>
        </p:nvSpPr>
        <p:spPr bwMode="auto">
          <a:xfrm>
            <a:off x="623888" y="1709738"/>
            <a:ext cx="7886700" cy="2852737"/>
          </a:xfrm>
        </p:spPr>
        <p:txBody>
          <a:bodyPr anchor="b"/>
          <a:lstStyle>
            <a:lvl1pPr>
              <a:defRPr sz="6000"/>
            </a:lvl1pPr>
          </a:lstStyle>
          <a:p>
            <a:pPr>
              <a:defRPr/>
            </a:pPr>
            <a:r>
              <a:rPr lang="en-GB"/>
              <a:t>Click to edit Master title style</a:t>
            </a:r>
            <a:endParaRPr/>
          </a:p>
        </p:txBody>
      </p:sp>
      <p:sp>
        <p:nvSpPr>
          <p:cNvPr id="2026675510" name="Text Placeholder 2"/>
          <p:cNvSpPr>
            <a:spLocks noGrp="1"/>
          </p:cNvSpPr>
          <p:nvPr>
            <p:ph type="body" idx="1"/>
          </p:nvPr>
        </p:nvSpPr>
        <p:spPr bwMode="auto">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GB"/>
              <a:t>Click to edit Master text styles</a:t>
            </a:r>
            <a:endParaRPr/>
          </a:p>
        </p:txBody>
      </p:sp>
      <p:sp>
        <p:nvSpPr>
          <p:cNvPr id="1923525950" name="Date Placeholder 3"/>
          <p:cNvSpPr>
            <a:spLocks noGrp="1"/>
          </p:cNvSpPr>
          <p:nvPr>
            <p:ph type="dt" sz="half" idx="10"/>
          </p:nvPr>
        </p:nvSpPr>
        <p:spPr bwMode="auto"/>
        <p:txBody>
          <a:bodyPr/>
          <a:lstStyle/>
          <a:p>
            <a:pPr>
              <a:defRPr/>
            </a:pPr>
            <a:fld id="{415C78C8-01AE-8A4B-8152-38068E35D871}" type="datetimeFigureOut">
              <a:rPr/>
              <a:t>09/20/2026</a:t>
            </a:fld>
            <a:endParaRPr/>
          </a:p>
        </p:txBody>
      </p:sp>
      <p:sp>
        <p:nvSpPr>
          <p:cNvPr id="94796486" name="Footer Placeholder 4"/>
          <p:cNvSpPr>
            <a:spLocks noGrp="1"/>
          </p:cNvSpPr>
          <p:nvPr>
            <p:ph type="ftr" sz="quarter" idx="11"/>
          </p:nvPr>
        </p:nvSpPr>
        <p:spPr bwMode="auto"/>
        <p:txBody>
          <a:bodyPr/>
          <a:lstStyle/>
          <a:p>
            <a:pPr>
              <a:defRPr/>
            </a:pPr>
            <a:endParaRPr/>
          </a:p>
        </p:txBody>
      </p:sp>
      <p:sp>
        <p:nvSpPr>
          <p:cNvPr id="1529023990" name="Slide Number Placeholder 5"/>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545033225" name="Title 1"/>
          <p:cNvSpPr>
            <a:spLocks noGrp="1"/>
          </p:cNvSpPr>
          <p:nvPr>
            <p:ph type="title"/>
          </p:nvPr>
        </p:nvSpPr>
        <p:spPr bwMode="auto"/>
        <p:txBody>
          <a:bodyPr/>
          <a:lstStyle/>
          <a:p>
            <a:pPr>
              <a:defRPr/>
            </a:pPr>
            <a:r>
              <a:rPr lang="en-GB"/>
              <a:t>Click to edit Master title style</a:t>
            </a:r>
            <a:endParaRPr/>
          </a:p>
        </p:txBody>
      </p:sp>
      <p:sp>
        <p:nvSpPr>
          <p:cNvPr id="1216621307" name="Content Placeholder 2"/>
          <p:cNvSpPr>
            <a:spLocks noGrp="1"/>
          </p:cNvSpPr>
          <p:nvPr>
            <p:ph sz="half" idx="1"/>
          </p:nvPr>
        </p:nvSpPr>
        <p:spPr bwMode="auto">
          <a:xfrm>
            <a:off x="628650" y="1825625"/>
            <a:ext cx="386715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77566268" name="Content Placeholder 3"/>
          <p:cNvSpPr>
            <a:spLocks noGrp="1"/>
          </p:cNvSpPr>
          <p:nvPr>
            <p:ph sz="half" idx="2"/>
          </p:nvPr>
        </p:nvSpPr>
        <p:spPr bwMode="auto">
          <a:xfrm>
            <a:off x="4648200" y="1825625"/>
            <a:ext cx="386715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20054072" name="Date Placeholder 4"/>
          <p:cNvSpPr>
            <a:spLocks noGrp="1"/>
          </p:cNvSpPr>
          <p:nvPr>
            <p:ph type="dt" sz="half" idx="10"/>
          </p:nvPr>
        </p:nvSpPr>
        <p:spPr bwMode="auto"/>
        <p:txBody>
          <a:bodyPr/>
          <a:lstStyle/>
          <a:p>
            <a:pPr>
              <a:defRPr/>
            </a:pPr>
            <a:fld id="{415C78C8-01AE-8A4B-8152-38068E35D871}" type="datetimeFigureOut">
              <a:rPr/>
              <a:t>09/20/2026</a:t>
            </a:fld>
            <a:endParaRPr/>
          </a:p>
        </p:txBody>
      </p:sp>
      <p:sp>
        <p:nvSpPr>
          <p:cNvPr id="594754297" name="Footer Placeholder 5"/>
          <p:cNvSpPr>
            <a:spLocks noGrp="1"/>
          </p:cNvSpPr>
          <p:nvPr>
            <p:ph type="ftr" sz="quarter" idx="11"/>
          </p:nvPr>
        </p:nvSpPr>
        <p:spPr bwMode="auto"/>
        <p:txBody>
          <a:bodyPr/>
          <a:lstStyle/>
          <a:p>
            <a:pPr>
              <a:defRPr/>
            </a:pPr>
            <a:endParaRPr/>
          </a:p>
        </p:txBody>
      </p:sp>
      <p:sp>
        <p:nvSpPr>
          <p:cNvPr id="1187596642" name="Slide Number Placeholder 6"/>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35978969" name="Title 1"/>
          <p:cNvSpPr>
            <a:spLocks noGrp="1"/>
          </p:cNvSpPr>
          <p:nvPr>
            <p:ph type="title"/>
          </p:nvPr>
        </p:nvSpPr>
        <p:spPr bwMode="auto">
          <a:xfrm>
            <a:off x="630238" y="365125"/>
            <a:ext cx="7886700" cy="1325563"/>
          </a:xfrm>
        </p:spPr>
        <p:txBody>
          <a:bodyPr/>
          <a:lstStyle/>
          <a:p>
            <a:pPr>
              <a:defRPr/>
            </a:pPr>
            <a:r>
              <a:rPr lang="en-GB"/>
              <a:t>Click to edit Master title style</a:t>
            </a:r>
            <a:endParaRPr/>
          </a:p>
        </p:txBody>
      </p:sp>
      <p:sp>
        <p:nvSpPr>
          <p:cNvPr id="1057783439" name="Text Placeholder 2"/>
          <p:cNvSpPr>
            <a:spLocks noGrp="1"/>
          </p:cNvSpPr>
          <p:nvPr>
            <p:ph type="body" idx="1"/>
          </p:nvPr>
        </p:nvSpPr>
        <p:spPr bwMode="auto">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1802496649" name="Content Placeholder 3"/>
          <p:cNvSpPr>
            <a:spLocks noGrp="1"/>
          </p:cNvSpPr>
          <p:nvPr>
            <p:ph sz="half" idx="2"/>
          </p:nvPr>
        </p:nvSpPr>
        <p:spPr bwMode="auto">
          <a:xfrm>
            <a:off x="630238" y="2505074"/>
            <a:ext cx="3868737"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516786873" name="Text Placeholder 4"/>
          <p:cNvSpPr>
            <a:spLocks noGrp="1"/>
          </p:cNvSpPr>
          <p:nvPr>
            <p:ph type="body" sz="quarter" idx="3"/>
          </p:nvPr>
        </p:nvSpPr>
        <p:spPr bwMode="auto">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229111681" name="Content Placeholder 5"/>
          <p:cNvSpPr>
            <a:spLocks noGrp="1"/>
          </p:cNvSpPr>
          <p:nvPr>
            <p:ph sz="quarter" idx="4"/>
          </p:nvPr>
        </p:nvSpPr>
        <p:spPr bwMode="auto">
          <a:xfrm>
            <a:off x="4629150" y="2505074"/>
            <a:ext cx="3887788"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2036907559" name="Date Placeholder 6"/>
          <p:cNvSpPr>
            <a:spLocks noGrp="1"/>
          </p:cNvSpPr>
          <p:nvPr>
            <p:ph type="dt" sz="half" idx="10"/>
          </p:nvPr>
        </p:nvSpPr>
        <p:spPr bwMode="auto"/>
        <p:txBody>
          <a:bodyPr/>
          <a:lstStyle/>
          <a:p>
            <a:pPr>
              <a:defRPr/>
            </a:pPr>
            <a:fld id="{415C78C8-01AE-8A4B-8152-38068E35D871}" type="datetimeFigureOut">
              <a:rPr/>
              <a:t>09/20/2026</a:t>
            </a:fld>
            <a:endParaRPr/>
          </a:p>
        </p:txBody>
      </p:sp>
      <p:sp>
        <p:nvSpPr>
          <p:cNvPr id="1305857402" name="Footer Placeholder 7"/>
          <p:cNvSpPr>
            <a:spLocks noGrp="1"/>
          </p:cNvSpPr>
          <p:nvPr>
            <p:ph type="ftr" sz="quarter" idx="11"/>
          </p:nvPr>
        </p:nvSpPr>
        <p:spPr bwMode="auto"/>
        <p:txBody>
          <a:bodyPr/>
          <a:lstStyle/>
          <a:p>
            <a:pPr>
              <a:defRPr/>
            </a:pPr>
            <a:endParaRPr/>
          </a:p>
        </p:txBody>
      </p:sp>
      <p:sp>
        <p:nvSpPr>
          <p:cNvPr id="686602287" name="Slide Number Placeholder 8"/>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519946604" name="Title 1"/>
          <p:cNvSpPr>
            <a:spLocks noGrp="1"/>
          </p:cNvSpPr>
          <p:nvPr>
            <p:ph type="title"/>
          </p:nvPr>
        </p:nvSpPr>
        <p:spPr bwMode="auto"/>
        <p:txBody>
          <a:bodyPr/>
          <a:lstStyle/>
          <a:p>
            <a:pPr>
              <a:defRPr/>
            </a:pPr>
            <a:r>
              <a:rPr lang="en-GB"/>
              <a:t>Click to edit Master title style</a:t>
            </a:r>
            <a:endParaRPr/>
          </a:p>
        </p:txBody>
      </p:sp>
      <p:sp>
        <p:nvSpPr>
          <p:cNvPr id="959853397" name="Date Placeholder 2"/>
          <p:cNvSpPr>
            <a:spLocks noGrp="1"/>
          </p:cNvSpPr>
          <p:nvPr>
            <p:ph type="dt" sz="half" idx="10"/>
          </p:nvPr>
        </p:nvSpPr>
        <p:spPr bwMode="auto"/>
        <p:txBody>
          <a:bodyPr/>
          <a:lstStyle/>
          <a:p>
            <a:pPr>
              <a:defRPr/>
            </a:pPr>
            <a:fld id="{415C78C8-01AE-8A4B-8152-38068E35D871}" type="datetimeFigureOut">
              <a:rPr/>
              <a:t>09/20/2026</a:t>
            </a:fld>
            <a:endParaRPr/>
          </a:p>
        </p:txBody>
      </p:sp>
      <p:sp>
        <p:nvSpPr>
          <p:cNvPr id="2055311580" name="Footer Placeholder 3"/>
          <p:cNvSpPr>
            <a:spLocks noGrp="1"/>
          </p:cNvSpPr>
          <p:nvPr>
            <p:ph type="ftr" sz="quarter" idx="11"/>
          </p:nvPr>
        </p:nvSpPr>
        <p:spPr bwMode="auto"/>
        <p:txBody>
          <a:bodyPr/>
          <a:lstStyle/>
          <a:p>
            <a:pPr>
              <a:defRPr/>
            </a:pPr>
            <a:endParaRPr/>
          </a:p>
        </p:txBody>
      </p:sp>
      <p:sp>
        <p:nvSpPr>
          <p:cNvPr id="1108803938" name="Slide Number Placeholder 4"/>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66861477" name="Date Placeholder 1"/>
          <p:cNvSpPr>
            <a:spLocks noGrp="1"/>
          </p:cNvSpPr>
          <p:nvPr>
            <p:ph type="dt" sz="half" idx="10"/>
          </p:nvPr>
        </p:nvSpPr>
        <p:spPr bwMode="auto"/>
        <p:txBody>
          <a:bodyPr/>
          <a:lstStyle/>
          <a:p>
            <a:pPr>
              <a:defRPr/>
            </a:pPr>
            <a:fld id="{415C78C8-01AE-8A4B-8152-38068E35D871}" type="datetimeFigureOut">
              <a:rPr/>
              <a:t>09/20/2026</a:t>
            </a:fld>
            <a:endParaRPr/>
          </a:p>
        </p:txBody>
      </p:sp>
      <p:sp>
        <p:nvSpPr>
          <p:cNvPr id="1368040205" name="Footer Placeholder 2"/>
          <p:cNvSpPr>
            <a:spLocks noGrp="1"/>
          </p:cNvSpPr>
          <p:nvPr>
            <p:ph type="ftr" sz="quarter" idx="11"/>
          </p:nvPr>
        </p:nvSpPr>
        <p:spPr bwMode="auto"/>
        <p:txBody>
          <a:bodyPr/>
          <a:lstStyle/>
          <a:p>
            <a:pPr>
              <a:defRPr/>
            </a:pPr>
            <a:endParaRPr/>
          </a:p>
        </p:txBody>
      </p:sp>
      <p:sp>
        <p:nvSpPr>
          <p:cNvPr id="1676677786" name="Slide Number Placeholder 3"/>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253485810" name="Title 1"/>
          <p:cNvSpPr>
            <a:spLocks noGrp="1"/>
          </p:cNvSpPr>
          <p:nvPr>
            <p:ph type="title"/>
          </p:nvPr>
        </p:nvSpPr>
        <p:spPr bwMode="auto">
          <a:xfrm>
            <a:off x="630238" y="457200"/>
            <a:ext cx="2949575" cy="1600200"/>
          </a:xfrm>
        </p:spPr>
        <p:txBody>
          <a:bodyPr anchor="b"/>
          <a:lstStyle>
            <a:lvl1pPr>
              <a:defRPr sz="3200"/>
            </a:lvl1pPr>
          </a:lstStyle>
          <a:p>
            <a:pPr>
              <a:defRPr/>
            </a:pPr>
            <a:r>
              <a:rPr lang="en-GB"/>
              <a:t>Click to edit Master title style</a:t>
            </a:r>
            <a:endParaRPr/>
          </a:p>
        </p:txBody>
      </p:sp>
      <p:sp>
        <p:nvSpPr>
          <p:cNvPr id="1965321474" name="Content Placeholder 2"/>
          <p:cNvSpPr>
            <a:spLocks noGrp="1"/>
          </p:cNvSpPr>
          <p:nvPr>
            <p:ph idx="1"/>
          </p:nvPr>
        </p:nvSpPr>
        <p:spPr bwMode="auto">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701163951" name="Text Placeholder 3"/>
          <p:cNvSpPr>
            <a:spLocks noGrp="1"/>
          </p:cNvSpPr>
          <p:nvPr>
            <p:ph type="body" sz="half" idx="2"/>
          </p:nvPr>
        </p:nvSpPr>
        <p:spPr bwMode="auto">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393974004" name="Date Placeholder 4"/>
          <p:cNvSpPr>
            <a:spLocks noGrp="1"/>
          </p:cNvSpPr>
          <p:nvPr>
            <p:ph type="dt" sz="half" idx="10"/>
          </p:nvPr>
        </p:nvSpPr>
        <p:spPr bwMode="auto"/>
        <p:txBody>
          <a:bodyPr/>
          <a:lstStyle/>
          <a:p>
            <a:pPr>
              <a:defRPr/>
            </a:pPr>
            <a:fld id="{415C78C8-01AE-8A4B-8152-38068E35D871}" type="datetimeFigureOut">
              <a:rPr/>
              <a:t>09/20/2026</a:t>
            </a:fld>
            <a:endParaRPr/>
          </a:p>
        </p:txBody>
      </p:sp>
      <p:sp>
        <p:nvSpPr>
          <p:cNvPr id="1071900294" name="Footer Placeholder 5"/>
          <p:cNvSpPr>
            <a:spLocks noGrp="1"/>
          </p:cNvSpPr>
          <p:nvPr>
            <p:ph type="ftr" sz="quarter" idx="11"/>
          </p:nvPr>
        </p:nvSpPr>
        <p:spPr bwMode="auto"/>
        <p:txBody>
          <a:bodyPr/>
          <a:lstStyle/>
          <a:p>
            <a:pPr>
              <a:defRPr/>
            </a:pPr>
            <a:endParaRPr/>
          </a:p>
        </p:txBody>
      </p:sp>
      <p:sp>
        <p:nvSpPr>
          <p:cNvPr id="1689694705" name="Slide Number Placeholder 6"/>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05462923" name="Title 1"/>
          <p:cNvSpPr>
            <a:spLocks noGrp="1"/>
          </p:cNvSpPr>
          <p:nvPr>
            <p:ph type="title"/>
          </p:nvPr>
        </p:nvSpPr>
        <p:spPr bwMode="auto">
          <a:xfrm>
            <a:off x="630238" y="457200"/>
            <a:ext cx="2949575" cy="1600200"/>
          </a:xfrm>
        </p:spPr>
        <p:txBody>
          <a:bodyPr anchor="b"/>
          <a:lstStyle>
            <a:lvl1pPr>
              <a:defRPr sz="3200"/>
            </a:lvl1pPr>
          </a:lstStyle>
          <a:p>
            <a:pPr>
              <a:defRPr/>
            </a:pPr>
            <a:r>
              <a:rPr lang="en-GB"/>
              <a:t>Click to edit Master title style</a:t>
            </a:r>
            <a:endParaRPr/>
          </a:p>
        </p:txBody>
      </p:sp>
      <p:sp>
        <p:nvSpPr>
          <p:cNvPr id="74398266" name="Picture Placeholder 2"/>
          <p:cNvSpPr>
            <a:spLocks noGrp="1"/>
          </p:cNvSpPr>
          <p:nvPr>
            <p:ph type="pic" idx="1"/>
          </p:nvPr>
        </p:nvSpPr>
        <p:spPr bwMode="auto">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158368207" name="Text Placeholder 3"/>
          <p:cNvSpPr>
            <a:spLocks noGrp="1"/>
          </p:cNvSpPr>
          <p:nvPr>
            <p:ph type="body" sz="half" idx="2"/>
          </p:nvPr>
        </p:nvSpPr>
        <p:spPr bwMode="auto">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1702634180" name="Date Placeholder 4"/>
          <p:cNvSpPr>
            <a:spLocks noGrp="1"/>
          </p:cNvSpPr>
          <p:nvPr>
            <p:ph type="dt" sz="half" idx="10"/>
          </p:nvPr>
        </p:nvSpPr>
        <p:spPr bwMode="auto"/>
        <p:txBody>
          <a:bodyPr/>
          <a:lstStyle/>
          <a:p>
            <a:pPr>
              <a:defRPr/>
            </a:pPr>
            <a:fld id="{415C78C8-01AE-8A4B-8152-38068E35D871}" type="datetimeFigureOut">
              <a:rPr/>
              <a:t>09/20/2026</a:t>
            </a:fld>
            <a:endParaRPr/>
          </a:p>
        </p:txBody>
      </p:sp>
      <p:sp>
        <p:nvSpPr>
          <p:cNvPr id="1986901543" name="Footer Placeholder 5"/>
          <p:cNvSpPr>
            <a:spLocks noGrp="1"/>
          </p:cNvSpPr>
          <p:nvPr>
            <p:ph type="ftr" sz="quarter" idx="11"/>
          </p:nvPr>
        </p:nvSpPr>
        <p:spPr bwMode="auto"/>
        <p:txBody>
          <a:bodyPr/>
          <a:lstStyle/>
          <a:p>
            <a:pPr>
              <a:defRPr/>
            </a:pPr>
            <a:endParaRPr/>
          </a:p>
        </p:txBody>
      </p:sp>
      <p:sp>
        <p:nvSpPr>
          <p:cNvPr id="1797378344" name="Slide Number Placeholder 6"/>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981783154" name="Title 1"/>
          <p:cNvSpPr>
            <a:spLocks noGrp="1"/>
          </p:cNvSpPr>
          <p:nvPr>
            <p:ph type="title"/>
          </p:nvPr>
        </p:nvSpPr>
        <p:spPr bwMode="auto"/>
        <p:txBody>
          <a:bodyPr/>
          <a:lstStyle/>
          <a:p>
            <a:pPr>
              <a:defRPr/>
            </a:pPr>
            <a:r>
              <a:rPr lang="en-GB"/>
              <a:t>Click to edit Master title style</a:t>
            </a:r>
            <a:endParaRPr/>
          </a:p>
        </p:txBody>
      </p:sp>
      <p:sp>
        <p:nvSpPr>
          <p:cNvPr id="65194819" name="Vertical Text Placeholder 2"/>
          <p:cNvSpPr>
            <a:spLocks noGrp="1"/>
          </p:cNvSpPr>
          <p:nvPr>
            <p:ph type="body" orient="vert" idx="1"/>
          </p:nvPr>
        </p:nvSpPr>
        <p:spPr bwMode="auto"/>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674674833" name="Date Placeholder 3"/>
          <p:cNvSpPr>
            <a:spLocks noGrp="1"/>
          </p:cNvSpPr>
          <p:nvPr>
            <p:ph type="dt" sz="half" idx="10"/>
          </p:nvPr>
        </p:nvSpPr>
        <p:spPr bwMode="auto"/>
        <p:txBody>
          <a:bodyPr/>
          <a:lstStyle/>
          <a:p>
            <a:pPr>
              <a:defRPr/>
            </a:pPr>
            <a:fld id="{415C78C8-01AE-8A4B-8152-38068E35D871}" type="datetimeFigureOut">
              <a:rPr/>
              <a:t>09/20/2026</a:t>
            </a:fld>
            <a:endParaRPr/>
          </a:p>
        </p:txBody>
      </p:sp>
      <p:sp>
        <p:nvSpPr>
          <p:cNvPr id="922488185" name="Footer Placeholder 4"/>
          <p:cNvSpPr>
            <a:spLocks noGrp="1"/>
          </p:cNvSpPr>
          <p:nvPr>
            <p:ph type="ftr" sz="quarter" idx="11"/>
          </p:nvPr>
        </p:nvSpPr>
        <p:spPr bwMode="auto"/>
        <p:txBody>
          <a:bodyPr/>
          <a:lstStyle/>
          <a:p>
            <a:pPr>
              <a:defRPr/>
            </a:pPr>
            <a:endParaRPr/>
          </a:p>
        </p:txBody>
      </p:sp>
      <p:sp>
        <p:nvSpPr>
          <p:cNvPr id="1715868891" name="Slide Number Placeholder 5"/>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055112266" name="Vertical Title 1"/>
          <p:cNvSpPr>
            <a:spLocks noGrp="1"/>
          </p:cNvSpPr>
          <p:nvPr>
            <p:ph type="title" orient="vert"/>
          </p:nvPr>
        </p:nvSpPr>
        <p:spPr bwMode="auto">
          <a:xfrm>
            <a:off x="6543675" y="365125"/>
            <a:ext cx="1971675" cy="5811838"/>
          </a:xfrm>
        </p:spPr>
        <p:txBody>
          <a:bodyPr vert="eaVert"/>
          <a:lstStyle/>
          <a:p>
            <a:pPr>
              <a:defRPr/>
            </a:pPr>
            <a:r>
              <a:rPr lang="en-GB"/>
              <a:t>Click to edit Master title style</a:t>
            </a:r>
            <a:endParaRPr/>
          </a:p>
        </p:txBody>
      </p:sp>
      <p:sp>
        <p:nvSpPr>
          <p:cNvPr id="1799076708" name="Vertical Text Placeholder 2"/>
          <p:cNvSpPr>
            <a:spLocks noGrp="1"/>
          </p:cNvSpPr>
          <p:nvPr>
            <p:ph type="body" orient="vert" idx="1"/>
          </p:nvPr>
        </p:nvSpPr>
        <p:spPr bwMode="auto">
          <a:xfrm>
            <a:off x="628650" y="365125"/>
            <a:ext cx="5762625" cy="5811838"/>
          </a:xfrm>
        </p:spPr>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682324317" name="Date Placeholder 3"/>
          <p:cNvSpPr>
            <a:spLocks noGrp="1"/>
          </p:cNvSpPr>
          <p:nvPr>
            <p:ph type="dt" sz="half" idx="10"/>
          </p:nvPr>
        </p:nvSpPr>
        <p:spPr bwMode="auto"/>
        <p:txBody>
          <a:bodyPr/>
          <a:lstStyle/>
          <a:p>
            <a:pPr>
              <a:defRPr/>
            </a:pPr>
            <a:fld id="{415C78C8-01AE-8A4B-8152-38068E35D871}" type="datetimeFigureOut">
              <a:rPr/>
              <a:t>09/20/2026</a:t>
            </a:fld>
            <a:endParaRPr/>
          </a:p>
        </p:txBody>
      </p:sp>
      <p:sp>
        <p:nvSpPr>
          <p:cNvPr id="1398924651" name="Footer Placeholder 4"/>
          <p:cNvSpPr>
            <a:spLocks noGrp="1"/>
          </p:cNvSpPr>
          <p:nvPr>
            <p:ph type="ftr" sz="quarter" idx="11"/>
          </p:nvPr>
        </p:nvSpPr>
        <p:spPr bwMode="auto"/>
        <p:txBody>
          <a:bodyPr/>
          <a:lstStyle/>
          <a:p>
            <a:pPr>
              <a:defRPr/>
            </a:pPr>
            <a:endParaRPr/>
          </a:p>
        </p:txBody>
      </p:sp>
      <p:sp>
        <p:nvSpPr>
          <p:cNvPr id="1030008971" name="Slide Number Placeholder 5"/>
          <p:cNvSpPr>
            <a:spLocks noGrp="1"/>
          </p:cNvSpPr>
          <p:nvPr>
            <p:ph type="sldNum" sz="quarter" idx="12"/>
          </p:nvPr>
        </p:nvSpPr>
        <p:spPr bwMode="auto"/>
        <p:txBody>
          <a:bodyPr/>
          <a:lstStyle/>
          <a:p>
            <a:pPr>
              <a:defRPr/>
            </a:pPr>
            <a:fld id="{11C9E69A-81F0-6446-B6E8-70262B7DC8F8}" type="slidenum">
              <a:r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 userDrawn="1">
  <p:cSld name="Título y objetos">
    <p:spTree>
      <p:nvGrpSpPr>
        <p:cNvPr id="1" name=""/>
        <p:cNvGrpSpPr/>
        <p:nvPr/>
      </p:nvGrpSpPr>
      <p:grpSpPr bwMode="auto">
        <a:xfrm>
          <a:off x="0" y="0"/>
          <a:ext cx="0" cy="0"/>
          <a:chOff x="0" y="0"/>
          <a:chExt cx="0" cy="0"/>
        </a:xfrm>
      </p:grpSpPr>
      <p:sp>
        <p:nvSpPr>
          <p:cNvPr id="788837510" name="Shape 20"/>
          <p:cNvSpPr>
            <a:spLocks noGrp="1"/>
          </p:cNvSpPr>
          <p:nvPr>
            <p:ph type="title"/>
          </p:nvPr>
        </p:nvSpPr>
        <p:spPr bwMode="auto">
          <a:prstGeom prst="rect">
            <a:avLst/>
          </a:prstGeom>
        </p:spPr>
        <p:txBody>
          <a:bodyPr/>
          <a:lstStyle/>
          <a:p>
            <a:pPr>
              <a:defRPr/>
            </a:pPr>
            <a:r>
              <a:rPr/>
              <a:t>Title Text</a:t>
            </a:r>
            <a:endParaRPr/>
          </a:p>
        </p:txBody>
      </p:sp>
      <p:sp>
        <p:nvSpPr>
          <p:cNvPr id="532963940" name="Shape 21"/>
          <p:cNvSpPr>
            <a:spLocks noGrp="1"/>
          </p:cNvSpPr>
          <p:nvPr>
            <p:ph type="body" idx="1"/>
          </p:nvPr>
        </p:nvSpPr>
        <p:spPr bwMode="auto">
          <a:prstGeom prst="rect">
            <a:avLst/>
          </a:prstGeom>
        </p:spPr>
        <p:txBody>
          <a:bodyPr/>
          <a:lstStyle/>
          <a:p>
            <a:pPr>
              <a:defRPr/>
            </a:pPr>
            <a:r>
              <a:rPr/>
              <a:t>Body Level One</a:t>
            </a:r>
            <a:endParaRPr/>
          </a:p>
          <a:p>
            <a:pPr lvl="1">
              <a:defRPr/>
            </a:pPr>
            <a:r>
              <a:rPr/>
              <a:t>Body Level Two</a:t>
            </a:r>
            <a:endParaRPr/>
          </a:p>
          <a:p>
            <a:pPr lvl="2">
              <a:defRPr/>
            </a:pPr>
            <a:r>
              <a:rPr/>
              <a:t>Body Level Three</a:t>
            </a:r>
            <a:endParaRPr/>
          </a:p>
          <a:p>
            <a:pPr lvl="3">
              <a:defRPr/>
            </a:pPr>
            <a:r>
              <a:rPr/>
              <a:t>Body Level Four</a:t>
            </a:r>
            <a:endParaRPr/>
          </a:p>
          <a:p>
            <a:pPr lvl="4">
              <a:defRPr/>
            </a:pPr>
            <a:r>
              <a:rPr/>
              <a:t>Body Level Five</a:t>
            </a:r>
            <a:endParaRPr/>
          </a:p>
        </p:txBody>
      </p:sp>
      <p:sp>
        <p:nvSpPr>
          <p:cNvPr id="1488174575" name="Shape 22"/>
          <p:cNvSpPr>
            <a:spLocks noGrp="1"/>
          </p:cNvSpPr>
          <p:nvPr>
            <p:ph type="sldNum" sz="quarter" idx="2"/>
          </p:nvPr>
        </p:nvSpPr>
        <p:spPr bwMode="auto">
          <a:prstGeom prst="rect">
            <a:avLst/>
          </a:prstGeom>
        </p:spPr>
        <p:txBody>
          <a:bodyPr/>
          <a:lstStyle/>
          <a:p>
            <a:pPr>
              <a:defRPr/>
            </a:pPr>
            <a:fld id="{86CB4B4D-7CA3-9044-876B-883B54F8677D}"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 userDrawn="1">
  <p:cSld name="Sólo el título">
    <p:spTree>
      <p:nvGrpSpPr>
        <p:cNvPr id="1" name=""/>
        <p:cNvGrpSpPr/>
        <p:nvPr/>
      </p:nvGrpSpPr>
      <p:grpSpPr bwMode="auto">
        <a:xfrm>
          <a:off x="0" y="0"/>
          <a:ext cx="0" cy="0"/>
          <a:chOff x="0" y="0"/>
          <a:chExt cx="0" cy="0"/>
        </a:xfrm>
      </p:grpSpPr>
      <p:sp>
        <p:nvSpPr>
          <p:cNvPr id="1916737111" name="Shape 57"/>
          <p:cNvSpPr>
            <a:spLocks noGrp="1"/>
          </p:cNvSpPr>
          <p:nvPr>
            <p:ph type="title"/>
          </p:nvPr>
        </p:nvSpPr>
        <p:spPr bwMode="auto">
          <a:prstGeom prst="rect">
            <a:avLst/>
          </a:prstGeom>
        </p:spPr>
        <p:txBody>
          <a:bodyPr/>
          <a:lstStyle/>
          <a:p>
            <a:pPr>
              <a:defRPr/>
            </a:pPr>
            <a:r>
              <a:rPr/>
              <a:t>Title Text</a:t>
            </a:r>
            <a:endParaRPr/>
          </a:p>
        </p:txBody>
      </p:sp>
      <p:sp>
        <p:nvSpPr>
          <p:cNvPr id="69485756" name="Shape 58"/>
          <p:cNvSpPr>
            <a:spLocks noGrp="1"/>
          </p:cNvSpPr>
          <p:nvPr>
            <p:ph type="sldNum" sz="quarter" idx="2"/>
          </p:nvPr>
        </p:nvSpPr>
        <p:spPr bwMode="auto">
          <a:prstGeom prst="rect">
            <a:avLst/>
          </a:prstGeom>
        </p:spPr>
        <p:txBody>
          <a:bodyPr/>
          <a:lstStyle/>
          <a:p>
            <a:pPr>
              <a:defRPr/>
            </a:pPr>
            <a:fld id="{86CB4B4D-7CA3-9044-876B-883B54F8677D}"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82516162" name="Title 1"/>
          <p:cNvSpPr>
            <a:spLocks noGrp="1"/>
          </p:cNvSpPr>
          <p:nvPr>
            <p:ph type="ctrTitle"/>
          </p:nvPr>
        </p:nvSpPr>
        <p:spPr bwMode="auto">
          <a:xfrm>
            <a:off x="1143000" y="1122363"/>
            <a:ext cx="6858000" cy="2387600"/>
          </a:xfrm>
        </p:spPr>
        <p:txBody>
          <a:bodyPr anchor="b"/>
          <a:lstStyle>
            <a:lvl1pPr algn="ctr">
              <a:defRPr sz="6000"/>
            </a:lvl1pPr>
          </a:lstStyle>
          <a:p>
            <a:pPr>
              <a:defRPr/>
            </a:pPr>
            <a:r>
              <a:rPr lang="en-GB"/>
              <a:t>Click to edit Master title style</a:t>
            </a:r>
            <a:endParaRPr/>
          </a:p>
        </p:txBody>
      </p:sp>
      <p:sp>
        <p:nvSpPr>
          <p:cNvPr id="1226189133" name="Subtitle 2"/>
          <p:cNvSpPr>
            <a:spLocks noGrp="1"/>
          </p:cNvSpPr>
          <p:nvPr>
            <p:ph type="subTitle" idx="1"/>
          </p:nvPr>
        </p:nvSpPr>
        <p:spPr bwMode="auto">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GB"/>
              <a:t>Click to edit Master subtitle style</a:t>
            </a:r>
            <a:endParaRPr/>
          </a:p>
        </p:txBody>
      </p:sp>
      <p:sp>
        <p:nvSpPr>
          <p:cNvPr id="1415331740" name="Date Placeholder 3"/>
          <p:cNvSpPr>
            <a:spLocks noGrp="1"/>
          </p:cNvSpPr>
          <p:nvPr>
            <p:ph type="dt" sz="half" idx="10"/>
          </p:nvPr>
        </p:nvSpPr>
        <p:spPr bwMode="auto"/>
        <p:txBody>
          <a:bodyPr/>
          <a:lstStyle/>
          <a:p>
            <a:pPr>
              <a:defRPr/>
            </a:pPr>
            <a:fld id="{ED73159E-1D32-D147-8A4F-85004E02A0A1}" type="datetimeFigureOut">
              <a:rPr/>
              <a:t>09/20/2026</a:t>
            </a:fld>
            <a:endParaRPr/>
          </a:p>
        </p:txBody>
      </p:sp>
      <p:sp>
        <p:nvSpPr>
          <p:cNvPr id="1296946407" name="Footer Placeholder 4"/>
          <p:cNvSpPr>
            <a:spLocks noGrp="1"/>
          </p:cNvSpPr>
          <p:nvPr>
            <p:ph type="ftr" sz="quarter" idx="11"/>
          </p:nvPr>
        </p:nvSpPr>
        <p:spPr bwMode="auto"/>
        <p:txBody>
          <a:bodyPr/>
          <a:lstStyle/>
          <a:p>
            <a:pPr>
              <a:defRPr/>
            </a:pPr>
            <a:endParaRPr/>
          </a:p>
        </p:txBody>
      </p:sp>
      <p:sp>
        <p:nvSpPr>
          <p:cNvPr id="597084685" name="Slide Number Placeholder 5"/>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739505590" name="Title 1"/>
          <p:cNvSpPr>
            <a:spLocks noGrp="1"/>
          </p:cNvSpPr>
          <p:nvPr>
            <p:ph type="title"/>
          </p:nvPr>
        </p:nvSpPr>
        <p:spPr bwMode="auto"/>
        <p:txBody>
          <a:bodyPr/>
          <a:lstStyle/>
          <a:p>
            <a:pPr>
              <a:defRPr/>
            </a:pPr>
            <a:r>
              <a:rPr lang="en-GB"/>
              <a:t>Click to edit Master title style</a:t>
            </a:r>
            <a:endParaRPr/>
          </a:p>
        </p:txBody>
      </p:sp>
      <p:sp>
        <p:nvSpPr>
          <p:cNvPr id="676178568" name="Content Placeholder 2"/>
          <p:cNvSpPr>
            <a:spLocks noGrp="1"/>
          </p:cNvSpPr>
          <p:nvPr>
            <p:ph idx="1"/>
          </p:nvPr>
        </p:nvSpPr>
        <p:spPr bwMode="auto"/>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379033884" name="Date Placeholder 3"/>
          <p:cNvSpPr>
            <a:spLocks noGrp="1"/>
          </p:cNvSpPr>
          <p:nvPr>
            <p:ph type="dt" sz="half" idx="10"/>
          </p:nvPr>
        </p:nvSpPr>
        <p:spPr bwMode="auto"/>
        <p:txBody>
          <a:bodyPr/>
          <a:lstStyle/>
          <a:p>
            <a:pPr>
              <a:defRPr/>
            </a:pPr>
            <a:fld id="{ED73159E-1D32-D147-8A4F-85004E02A0A1}" type="datetimeFigureOut">
              <a:rPr/>
              <a:t>09/20/2026</a:t>
            </a:fld>
            <a:endParaRPr/>
          </a:p>
        </p:txBody>
      </p:sp>
      <p:sp>
        <p:nvSpPr>
          <p:cNvPr id="175164148" name="Footer Placeholder 4"/>
          <p:cNvSpPr>
            <a:spLocks noGrp="1"/>
          </p:cNvSpPr>
          <p:nvPr>
            <p:ph type="ftr" sz="quarter" idx="11"/>
          </p:nvPr>
        </p:nvSpPr>
        <p:spPr bwMode="auto"/>
        <p:txBody>
          <a:bodyPr/>
          <a:lstStyle/>
          <a:p>
            <a:pPr>
              <a:defRPr/>
            </a:pPr>
            <a:endParaRPr/>
          </a:p>
        </p:txBody>
      </p:sp>
      <p:sp>
        <p:nvSpPr>
          <p:cNvPr id="1932252224" name="Slide Number Placeholder 5"/>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7297139" name="Title 1"/>
          <p:cNvSpPr>
            <a:spLocks noGrp="1"/>
          </p:cNvSpPr>
          <p:nvPr>
            <p:ph type="title"/>
          </p:nvPr>
        </p:nvSpPr>
        <p:spPr bwMode="auto">
          <a:xfrm>
            <a:off x="623888" y="1709738"/>
            <a:ext cx="7886700" cy="2852737"/>
          </a:xfrm>
        </p:spPr>
        <p:txBody>
          <a:bodyPr anchor="b"/>
          <a:lstStyle>
            <a:lvl1pPr>
              <a:defRPr sz="6000"/>
            </a:lvl1pPr>
          </a:lstStyle>
          <a:p>
            <a:pPr>
              <a:defRPr/>
            </a:pPr>
            <a:r>
              <a:rPr lang="en-GB"/>
              <a:t>Click to edit Master title style</a:t>
            </a:r>
            <a:endParaRPr/>
          </a:p>
        </p:txBody>
      </p:sp>
      <p:sp>
        <p:nvSpPr>
          <p:cNvPr id="163947597" name="Text Placeholder 2"/>
          <p:cNvSpPr>
            <a:spLocks noGrp="1"/>
          </p:cNvSpPr>
          <p:nvPr>
            <p:ph type="body" idx="1"/>
          </p:nvPr>
        </p:nvSpPr>
        <p:spPr bwMode="auto">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GB"/>
              <a:t>Click to edit Master text styles</a:t>
            </a:r>
            <a:endParaRPr/>
          </a:p>
        </p:txBody>
      </p:sp>
      <p:sp>
        <p:nvSpPr>
          <p:cNvPr id="726986042" name="Date Placeholder 3"/>
          <p:cNvSpPr>
            <a:spLocks noGrp="1"/>
          </p:cNvSpPr>
          <p:nvPr>
            <p:ph type="dt" sz="half" idx="10"/>
          </p:nvPr>
        </p:nvSpPr>
        <p:spPr bwMode="auto"/>
        <p:txBody>
          <a:bodyPr/>
          <a:lstStyle/>
          <a:p>
            <a:pPr>
              <a:defRPr/>
            </a:pPr>
            <a:fld id="{ED73159E-1D32-D147-8A4F-85004E02A0A1}" type="datetimeFigureOut">
              <a:rPr/>
              <a:t>09/20/2026</a:t>
            </a:fld>
            <a:endParaRPr/>
          </a:p>
        </p:txBody>
      </p:sp>
      <p:sp>
        <p:nvSpPr>
          <p:cNvPr id="536663702" name="Footer Placeholder 4"/>
          <p:cNvSpPr>
            <a:spLocks noGrp="1"/>
          </p:cNvSpPr>
          <p:nvPr>
            <p:ph type="ftr" sz="quarter" idx="11"/>
          </p:nvPr>
        </p:nvSpPr>
        <p:spPr bwMode="auto"/>
        <p:txBody>
          <a:bodyPr/>
          <a:lstStyle/>
          <a:p>
            <a:pPr>
              <a:defRPr/>
            </a:pPr>
            <a:endParaRPr/>
          </a:p>
        </p:txBody>
      </p:sp>
      <p:sp>
        <p:nvSpPr>
          <p:cNvPr id="1628503991" name="Slide Number Placeholder 5"/>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67862371" name="Title 1"/>
          <p:cNvSpPr>
            <a:spLocks noGrp="1"/>
          </p:cNvSpPr>
          <p:nvPr>
            <p:ph type="title"/>
          </p:nvPr>
        </p:nvSpPr>
        <p:spPr bwMode="auto"/>
        <p:txBody>
          <a:bodyPr/>
          <a:lstStyle/>
          <a:p>
            <a:pPr>
              <a:defRPr/>
            </a:pPr>
            <a:r>
              <a:rPr lang="en-GB"/>
              <a:t>Click to edit Master title style</a:t>
            </a:r>
            <a:endParaRPr/>
          </a:p>
        </p:txBody>
      </p:sp>
      <p:sp>
        <p:nvSpPr>
          <p:cNvPr id="1602542540" name="Content Placeholder 2"/>
          <p:cNvSpPr>
            <a:spLocks noGrp="1"/>
          </p:cNvSpPr>
          <p:nvPr>
            <p:ph sz="half" idx="1"/>
          </p:nvPr>
        </p:nvSpPr>
        <p:spPr bwMode="auto">
          <a:xfrm>
            <a:off x="628650" y="1825625"/>
            <a:ext cx="386715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321590556" name="Content Placeholder 3"/>
          <p:cNvSpPr>
            <a:spLocks noGrp="1"/>
          </p:cNvSpPr>
          <p:nvPr>
            <p:ph sz="half" idx="2"/>
          </p:nvPr>
        </p:nvSpPr>
        <p:spPr bwMode="auto">
          <a:xfrm>
            <a:off x="4648200" y="1825625"/>
            <a:ext cx="386715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14899584" name="Date Placeholder 4"/>
          <p:cNvSpPr>
            <a:spLocks noGrp="1"/>
          </p:cNvSpPr>
          <p:nvPr>
            <p:ph type="dt" sz="half" idx="10"/>
          </p:nvPr>
        </p:nvSpPr>
        <p:spPr bwMode="auto"/>
        <p:txBody>
          <a:bodyPr/>
          <a:lstStyle/>
          <a:p>
            <a:pPr>
              <a:defRPr/>
            </a:pPr>
            <a:fld id="{ED73159E-1D32-D147-8A4F-85004E02A0A1}" type="datetimeFigureOut">
              <a:rPr/>
              <a:t>09/20/2026</a:t>
            </a:fld>
            <a:endParaRPr/>
          </a:p>
        </p:txBody>
      </p:sp>
      <p:sp>
        <p:nvSpPr>
          <p:cNvPr id="515142939" name="Footer Placeholder 5"/>
          <p:cNvSpPr>
            <a:spLocks noGrp="1"/>
          </p:cNvSpPr>
          <p:nvPr>
            <p:ph type="ftr" sz="quarter" idx="11"/>
          </p:nvPr>
        </p:nvSpPr>
        <p:spPr bwMode="auto"/>
        <p:txBody>
          <a:bodyPr/>
          <a:lstStyle/>
          <a:p>
            <a:pPr>
              <a:defRPr/>
            </a:pPr>
            <a:endParaRPr/>
          </a:p>
        </p:txBody>
      </p:sp>
      <p:sp>
        <p:nvSpPr>
          <p:cNvPr id="255029099" name="Slide Number Placeholder 6"/>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026884367" name="Title 1"/>
          <p:cNvSpPr>
            <a:spLocks noGrp="1"/>
          </p:cNvSpPr>
          <p:nvPr>
            <p:ph type="title"/>
          </p:nvPr>
        </p:nvSpPr>
        <p:spPr bwMode="auto">
          <a:xfrm>
            <a:off x="630238" y="365125"/>
            <a:ext cx="7886700" cy="1325563"/>
          </a:xfrm>
        </p:spPr>
        <p:txBody>
          <a:bodyPr/>
          <a:lstStyle/>
          <a:p>
            <a:pPr>
              <a:defRPr/>
            </a:pPr>
            <a:r>
              <a:rPr lang="en-GB"/>
              <a:t>Click to edit Master title style</a:t>
            </a:r>
            <a:endParaRPr/>
          </a:p>
        </p:txBody>
      </p:sp>
      <p:sp>
        <p:nvSpPr>
          <p:cNvPr id="616190455" name="Text Placeholder 2"/>
          <p:cNvSpPr>
            <a:spLocks noGrp="1"/>
          </p:cNvSpPr>
          <p:nvPr>
            <p:ph type="body" idx="1"/>
          </p:nvPr>
        </p:nvSpPr>
        <p:spPr bwMode="auto">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1005220941" name="Content Placeholder 3"/>
          <p:cNvSpPr>
            <a:spLocks noGrp="1"/>
          </p:cNvSpPr>
          <p:nvPr>
            <p:ph sz="half" idx="2"/>
          </p:nvPr>
        </p:nvSpPr>
        <p:spPr bwMode="auto">
          <a:xfrm>
            <a:off x="630238" y="2505074"/>
            <a:ext cx="3868737"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489998699" name="Text Placeholder 4"/>
          <p:cNvSpPr>
            <a:spLocks noGrp="1"/>
          </p:cNvSpPr>
          <p:nvPr>
            <p:ph type="body" sz="quarter" idx="3"/>
          </p:nvPr>
        </p:nvSpPr>
        <p:spPr bwMode="auto">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2099690556" name="Content Placeholder 5"/>
          <p:cNvSpPr>
            <a:spLocks noGrp="1"/>
          </p:cNvSpPr>
          <p:nvPr>
            <p:ph sz="quarter" idx="4"/>
          </p:nvPr>
        </p:nvSpPr>
        <p:spPr bwMode="auto">
          <a:xfrm>
            <a:off x="4629150" y="2505074"/>
            <a:ext cx="3887788"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364986803" name="Date Placeholder 6"/>
          <p:cNvSpPr>
            <a:spLocks noGrp="1"/>
          </p:cNvSpPr>
          <p:nvPr>
            <p:ph type="dt" sz="half" idx="10"/>
          </p:nvPr>
        </p:nvSpPr>
        <p:spPr bwMode="auto"/>
        <p:txBody>
          <a:bodyPr/>
          <a:lstStyle/>
          <a:p>
            <a:pPr>
              <a:defRPr/>
            </a:pPr>
            <a:fld id="{ED73159E-1D32-D147-8A4F-85004E02A0A1}" type="datetimeFigureOut">
              <a:rPr/>
              <a:t>09/20/2026</a:t>
            </a:fld>
            <a:endParaRPr/>
          </a:p>
        </p:txBody>
      </p:sp>
      <p:sp>
        <p:nvSpPr>
          <p:cNvPr id="19508499" name="Footer Placeholder 7"/>
          <p:cNvSpPr>
            <a:spLocks noGrp="1"/>
          </p:cNvSpPr>
          <p:nvPr>
            <p:ph type="ftr" sz="quarter" idx="11"/>
          </p:nvPr>
        </p:nvSpPr>
        <p:spPr bwMode="auto"/>
        <p:txBody>
          <a:bodyPr/>
          <a:lstStyle/>
          <a:p>
            <a:pPr>
              <a:defRPr/>
            </a:pPr>
            <a:endParaRPr/>
          </a:p>
        </p:txBody>
      </p:sp>
      <p:sp>
        <p:nvSpPr>
          <p:cNvPr id="1933503138" name="Slide Number Placeholder 8"/>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818372302" name="Title 1"/>
          <p:cNvSpPr>
            <a:spLocks noGrp="1"/>
          </p:cNvSpPr>
          <p:nvPr>
            <p:ph type="title"/>
          </p:nvPr>
        </p:nvSpPr>
        <p:spPr bwMode="auto"/>
        <p:txBody>
          <a:bodyPr/>
          <a:lstStyle/>
          <a:p>
            <a:pPr>
              <a:defRPr/>
            </a:pPr>
            <a:r>
              <a:rPr lang="en-GB"/>
              <a:t>Click to edit Master title style</a:t>
            </a:r>
            <a:endParaRPr/>
          </a:p>
        </p:txBody>
      </p:sp>
      <p:sp>
        <p:nvSpPr>
          <p:cNvPr id="1386578098" name="Date Placeholder 2"/>
          <p:cNvSpPr>
            <a:spLocks noGrp="1"/>
          </p:cNvSpPr>
          <p:nvPr>
            <p:ph type="dt" sz="half" idx="10"/>
          </p:nvPr>
        </p:nvSpPr>
        <p:spPr bwMode="auto"/>
        <p:txBody>
          <a:bodyPr/>
          <a:lstStyle/>
          <a:p>
            <a:pPr>
              <a:defRPr/>
            </a:pPr>
            <a:fld id="{ED73159E-1D32-D147-8A4F-85004E02A0A1}" type="datetimeFigureOut">
              <a:rPr/>
              <a:t>09/20/2026</a:t>
            </a:fld>
            <a:endParaRPr/>
          </a:p>
        </p:txBody>
      </p:sp>
      <p:sp>
        <p:nvSpPr>
          <p:cNvPr id="1752706177" name="Footer Placeholder 3"/>
          <p:cNvSpPr>
            <a:spLocks noGrp="1"/>
          </p:cNvSpPr>
          <p:nvPr>
            <p:ph type="ftr" sz="quarter" idx="11"/>
          </p:nvPr>
        </p:nvSpPr>
        <p:spPr bwMode="auto"/>
        <p:txBody>
          <a:bodyPr/>
          <a:lstStyle/>
          <a:p>
            <a:pPr>
              <a:defRPr/>
            </a:pPr>
            <a:endParaRPr/>
          </a:p>
        </p:txBody>
      </p:sp>
      <p:sp>
        <p:nvSpPr>
          <p:cNvPr id="1542973075" name="Slide Number Placeholder 4"/>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382768168" name="Date Placeholder 1"/>
          <p:cNvSpPr>
            <a:spLocks noGrp="1"/>
          </p:cNvSpPr>
          <p:nvPr>
            <p:ph type="dt" sz="half" idx="10"/>
          </p:nvPr>
        </p:nvSpPr>
        <p:spPr bwMode="auto"/>
        <p:txBody>
          <a:bodyPr/>
          <a:lstStyle/>
          <a:p>
            <a:pPr>
              <a:defRPr/>
            </a:pPr>
            <a:fld id="{ED73159E-1D32-D147-8A4F-85004E02A0A1}" type="datetimeFigureOut">
              <a:rPr/>
              <a:t>09/20/2026</a:t>
            </a:fld>
            <a:endParaRPr/>
          </a:p>
        </p:txBody>
      </p:sp>
      <p:sp>
        <p:nvSpPr>
          <p:cNvPr id="541478479" name="Footer Placeholder 2"/>
          <p:cNvSpPr>
            <a:spLocks noGrp="1"/>
          </p:cNvSpPr>
          <p:nvPr>
            <p:ph type="ftr" sz="quarter" idx="11"/>
          </p:nvPr>
        </p:nvSpPr>
        <p:spPr bwMode="auto"/>
        <p:txBody>
          <a:bodyPr/>
          <a:lstStyle/>
          <a:p>
            <a:pPr>
              <a:defRPr/>
            </a:pPr>
            <a:endParaRPr/>
          </a:p>
        </p:txBody>
      </p:sp>
      <p:sp>
        <p:nvSpPr>
          <p:cNvPr id="2022973020" name="Slide Number Placeholder 3"/>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64238256" name="Title 1"/>
          <p:cNvSpPr>
            <a:spLocks noGrp="1"/>
          </p:cNvSpPr>
          <p:nvPr>
            <p:ph type="title"/>
          </p:nvPr>
        </p:nvSpPr>
        <p:spPr bwMode="auto">
          <a:xfrm>
            <a:off x="630238" y="457200"/>
            <a:ext cx="2949575" cy="1600200"/>
          </a:xfrm>
        </p:spPr>
        <p:txBody>
          <a:bodyPr anchor="b"/>
          <a:lstStyle>
            <a:lvl1pPr>
              <a:defRPr sz="3200"/>
            </a:lvl1pPr>
          </a:lstStyle>
          <a:p>
            <a:pPr>
              <a:defRPr/>
            </a:pPr>
            <a:r>
              <a:rPr lang="en-GB"/>
              <a:t>Click to edit Master title style</a:t>
            </a:r>
            <a:endParaRPr/>
          </a:p>
        </p:txBody>
      </p:sp>
      <p:sp>
        <p:nvSpPr>
          <p:cNvPr id="321204904" name="Content Placeholder 2"/>
          <p:cNvSpPr>
            <a:spLocks noGrp="1"/>
          </p:cNvSpPr>
          <p:nvPr>
            <p:ph idx="1"/>
          </p:nvPr>
        </p:nvSpPr>
        <p:spPr bwMode="auto">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743264521" name="Text Placeholder 3"/>
          <p:cNvSpPr>
            <a:spLocks noGrp="1"/>
          </p:cNvSpPr>
          <p:nvPr>
            <p:ph type="body" sz="half" idx="2"/>
          </p:nvPr>
        </p:nvSpPr>
        <p:spPr bwMode="auto">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2026339927" name="Date Placeholder 4"/>
          <p:cNvSpPr>
            <a:spLocks noGrp="1"/>
          </p:cNvSpPr>
          <p:nvPr>
            <p:ph type="dt" sz="half" idx="10"/>
          </p:nvPr>
        </p:nvSpPr>
        <p:spPr bwMode="auto"/>
        <p:txBody>
          <a:bodyPr/>
          <a:lstStyle/>
          <a:p>
            <a:pPr>
              <a:defRPr/>
            </a:pPr>
            <a:fld id="{ED73159E-1D32-D147-8A4F-85004E02A0A1}" type="datetimeFigureOut">
              <a:rPr/>
              <a:t>09/20/2026</a:t>
            </a:fld>
            <a:endParaRPr/>
          </a:p>
        </p:txBody>
      </p:sp>
      <p:sp>
        <p:nvSpPr>
          <p:cNvPr id="1925151013" name="Footer Placeholder 5"/>
          <p:cNvSpPr>
            <a:spLocks noGrp="1"/>
          </p:cNvSpPr>
          <p:nvPr>
            <p:ph type="ftr" sz="quarter" idx="11"/>
          </p:nvPr>
        </p:nvSpPr>
        <p:spPr bwMode="auto"/>
        <p:txBody>
          <a:bodyPr/>
          <a:lstStyle/>
          <a:p>
            <a:pPr>
              <a:defRPr/>
            </a:pPr>
            <a:endParaRPr/>
          </a:p>
        </p:txBody>
      </p:sp>
      <p:sp>
        <p:nvSpPr>
          <p:cNvPr id="1722670542" name="Slide Number Placeholder 6"/>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66989483" name="Title 1"/>
          <p:cNvSpPr>
            <a:spLocks noGrp="1"/>
          </p:cNvSpPr>
          <p:nvPr>
            <p:ph type="title"/>
          </p:nvPr>
        </p:nvSpPr>
        <p:spPr bwMode="auto">
          <a:xfrm>
            <a:off x="630238" y="457200"/>
            <a:ext cx="2949575" cy="1600200"/>
          </a:xfrm>
        </p:spPr>
        <p:txBody>
          <a:bodyPr anchor="b"/>
          <a:lstStyle>
            <a:lvl1pPr>
              <a:defRPr sz="3200"/>
            </a:lvl1pPr>
          </a:lstStyle>
          <a:p>
            <a:pPr>
              <a:defRPr/>
            </a:pPr>
            <a:r>
              <a:rPr lang="en-GB"/>
              <a:t>Click to edit Master title style</a:t>
            </a:r>
            <a:endParaRPr/>
          </a:p>
        </p:txBody>
      </p:sp>
      <p:sp>
        <p:nvSpPr>
          <p:cNvPr id="881359302" name="Picture Placeholder 2"/>
          <p:cNvSpPr>
            <a:spLocks noGrp="1"/>
          </p:cNvSpPr>
          <p:nvPr>
            <p:ph type="pic" idx="1"/>
          </p:nvPr>
        </p:nvSpPr>
        <p:spPr bwMode="auto">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969186888" name="Text Placeholder 3"/>
          <p:cNvSpPr>
            <a:spLocks noGrp="1"/>
          </p:cNvSpPr>
          <p:nvPr>
            <p:ph type="body" sz="half" idx="2"/>
          </p:nvPr>
        </p:nvSpPr>
        <p:spPr bwMode="auto">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1168183988" name="Date Placeholder 4"/>
          <p:cNvSpPr>
            <a:spLocks noGrp="1"/>
          </p:cNvSpPr>
          <p:nvPr>
            <p:ph type="dt" sz="half" idx="10"/>
          </p:nvPr>
        </p:nvSpPr>
        <p:spPr bwMode="auto"/>
        <p:txBody>
          <a:bodyPr/>
          <a:lstStyle/>
          <a:p>
            <a:pPr>
              <a:defRPr/>
            </a:pPr>
            <a:fld id="{ED73159E-1D32-D147-8A4F-85004E02A0A1}" type="datetimeFigureOut">
              <a:rPr/>
              <a:t>09/20/2026</a:t>
            </a:fld>
            <a:endParaRPr/>
          </a:p>
        </p:txBody>
      </p:sp>
      <p:sp>
        <p:nvSpPr>
          <p:cNvPr id="982693462" name="Footer Placeholder 5"/>
          <p:cNvSpPr>
            <a:spLocks noGrp="1"/>
          </p:cNvSpPr>
          <p:nvPr>
            <p:ph type="ftr" sz="quarter" idx="11"/>
          </p:nvPr>
        </p:nvSpPr>
        <p:spPr bwMode="auto"/>
        <p:txBody>
          <a:bodyPr/>
          <a:lstStyle/>
          <a:p>
            <a:pPr>
              <a:defRPr/>
            </a:pPr>
            <a:endParaRPr/>
          </a:p>
        </p:txBody>
      </p:sp>
      <p:sp>
        <p:nvSpPr>
          <p:cNvPr id="1379610104" name="Slide Number Placeholder 6"/>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55931412" name="Title 1"/>
          <p:cNvSpPr>
            <a:spLocks noGrp="1"/>
          </p:cNvSpPr>
          <p:nvPr>
            <p:ph type="title"/>
          </p:nvPr>
        </p:nvSpPr>
        <p:spPr bwMode="auto"/>
        <p:txBody>
          <a:bodyPr/>
          <a:lstStyle/>
          <a:p>
            <a:pPr>
              <a:defRPr/>
            </a:pPr>
            <a:r>
              <a:rPr lang="en-GB"/>
              <a:t>Click to edit Master title style</a:t>
            </a:r>
            <a:endParaRPr/>
          </a:p>
        </p:txBody>
      </p:sp>
      <p:sp>
        <p:nvSpPr>
          <p:cNvPr id="697262660" name="Vertical Text Placeholder 2"/>
          <p:cNvSpPr>
            <a:spLocks noGrp="1"/>
          </p:cNvSpPr>
          <p:nvPr>
            <p:ph type="body" orient="vert" idx="1"/>
          </p:nvPr>
        </p:nvSpPr>
        <p:spPr bwMode="auto"/>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675100200" name="Date Placeholder 3"/>
          <p:cNvSpPr>
            <a:spLocks noGrp="1"/>
          </p:cNvSpPr>
          <p:nvPr>
            <p:ph type="dt" sz="half" idx="10"/>
          </p:nvPr>
        </p:nvSpPr>
        <p:spPr bwMode="auto"/>
        <p:txBody>
          <a:bodyPr/>
          <a:lstStyle/>
          <a:p>
            <a:pPr>
              <a:defRPr/>
            </a:pPr>
            <a:fld id="{ED73159E-1D32-D147-8A4F-85004E02A0A1}" type="datetimeFigureOut">
              <a:rPr/>
              <a:t>09/20/2026</a:t>
            </a:fld>
            <a:endParaRPr/>
          </a:p>
        </p:txBody>
      </p:sp>
      <p:sp>
        <p:nvSpPr>
          <p:cNvPr id="966735090" name="Footer Placeholder 4"/>
          <p:cNvSpPr>
            <a:spLocks noGrp="1"/>
          </p:cNvSpPr>
          <p:nvPr>
            <p:ph type="ftr" sz="quarter" idx="11"/>
          </p:nvPr>
        </p:nvSpPr>
        <p:spPr bwMode="auto"/>
        <p:txBody>
          <a:bodyPr/>
          <a:lstStyle/>
          <a:p>
            <a:pPr>
              <a:defRPr/>
            </a:pPr>
            <a:endParaRPr/>
          </a:p>
        </p:txBody>
      </p:sp>
      <p:sp>
        <p:nvSpPr>
          <p:cNvPr id="309722707" name="Slide Number Placeholder 5"/>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628689238" name="Vertical Title 1"/>
          <p:cNvSpPr>
            <a:spLocks noGrp="1"/>
          </p:cNvSpPr>
          <p:nvPr>
            <p:ph type="title" orient="vert"/>
          </p:nvPr>
        </p:nvSpPr>
        <p:spPr bwMode="auto">
          <a:xfrm>
            <a:off x="6543675" y="365125"/>
            <a:ext cx="1971675" cy="5811838"/>
          </a:xfrm>
        </p:spPr>
        <p:txBody>
          <a:bodyPr vert="eaVert"/>
          <a:lstStyle/>
          <a:p>
            <a:pPr>
              <a:defRPr/>
            </a:pPr>
            <a:r>
              <a:rPr lang="en-GB"/>
              <a:t>Click to edit Master title style</a:t>
            </a:r>
            <a:endParaRPr/>
          </a:p>
        </p:txBody>
      </p:sp>
      <p:sp>
        <p:nvSpPr>
          <p:cNvPr id="1985142364" name="Vertical Text Placeholder 2"/>
          <p:cNvSpPr>
            <a:spLocks noGrp="1"/>
          </p:cNvSpPr>
          <p:nvPr>
            <p:ph type="body" orient="vert" idx="1"/>
          </p:nvPr>
        </p:nvSpPr>
        <p:spPr bwMode="auto">
          <a:xfrm>
            <a:off x="628650" y="365125"/>
            <a:ext cx="5762625" cy="5811838"/>
          </a:xfrm>
        </p:spPr>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181648332" name="Date Placeholder 3"/>
          <p:cNvSpPr>
            <a:spLocks noGrp="1"/>
          </p:cNvSpPr>
          <p:nvPr>
            <p:ph type="dt" sz="half" idx="10"/>
          </p:nvPr>
        </p:nvSpPr>
        <p:spPr bwMode="auto"/>
        <p:txBody>
          <a:bodyPr/>
          <a:lstStyle/>
          <a:p>
            <a:pPr>
              <a:defRPr/>
            </a:pPr>
            <a:fld id="{ED73159E-1D32-D147-8A4F-85004E02A0A1}" type="datetimeFigureOut">
              <a:rPr/>
              <a:t>09/20/2026</a:t>
            </a:fld>
            <a:endParaRPr/>
          </a:p>
        </p:txBody>
      </p:sp>
      <p:sp>
        <p:nvSpPr>
          <p:cNvPr id="1449435854" name="Footer Placeholder 4"/>
          <p:cNvSpPr>
            <a:spLocks noGrp="1"/>
          </p:cNvSpPr>
          <p:nvPr>
            <p:ph type="ftr" sz="quarter" idx="11"/>
          </p:nvPr>
        </p:nvSpPr>
        <p:spPr bwMode="auto"/>
        <p:txBody>
          <a:bodyPr/>
          <a:lstStyle/>
          <a:p>
            <a:pPr>
              <a:defRPr/>
            </a:pPr>
            <a:endParaRPr/>
          </a:p>
        </p:txBody>
      </p:sp>
      <p:sp>
        <p:nvSpPr>
          <p:cNvPr id="1285562097" name="Slide Number Placeholder 5"/>
          <p:cNvSpPr>
            <a:spLocks noGrp="1"/>
          </p:cNvSpPr>
          <p:nvPr>
            <p:ph type="sldNum" sz="quarter" idx="12"/>
          </p:nvPr>
        </p:nvSpPr>
        <p:spPr bwMode="auto"/>
        <p:txBody>
          <a:bodyPr/>
          <a:lstStyle/>
          <a:p>
            <a:pPr>
              <a:defRPr/>
            </a:pPr>
            <a:fld id="{580AE452-8756-0646-BDFD-27BF0CDF52AF}" type="slidenum">
              <a:r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 userDrawn="1">
  <p:cSld name="Sólo el título">
    <p:spTree>
      <p:nvGrpSpPr>
        <p:cNvPr id="1" name=""/>
        <p:cNvGrpSpPr/>
        <p:nvPr/>
      </p:nvGrpSpPr>
      <p:grpSpPr bwMode="auto">
        <a:xfrm>
          <a:off x="0" y="0"/>
          <a:ext cx="0" cy="0"/>
          <a:chOff x="0" y="0"/>
          <a:chExt cx="0" cy="0"/>
        </a:xfrm>
      </p:grpSpPr>
      <p:sp>
        <p:nvSpPr>
          <p:cNvPr id="1500452798" name="Shape 57"/>
          <p:cNvSpPr>
            <a:spLocks noGrp="1"/>
          </p:cNvSpPr>
          <p:nvPr>
            <p:ph type="title"/>
          </p:nvPr>
        </p:nvSpPr>
        <p:spPr bwMode="auto">
          <a:prstGeom prst="rect">
            <a:avLst/>
          </a:prstGeom>
        </p:spPr>
        <p:txBody>
          <a:bodyPr/>
          <a:lstStyle/>
          <a:p>
            <a:pPr>
              <a:defRPr/>
            </a:pPr>
            <a:r>
              <a:rPr/>
              <a:t>Title Text</a:t>
            </a:r>
            <a:endParaRPr/>
          </a:p>
        </p:txBody>
      </p:sp>
      <p:sp>
        <p:nvSpPr>
          <p:cNvPr id="1162828119" name="Shape 58"/>
          <p:cNvSpPr>
            <a:spLocks noGrp="1"/>
          </p:cNvSpPr>
          <p:nvPr>
            <p:ph type="sldNum" sz="quarter" idx="2"/>
          </p:nvPr>
        </p:nvSpPr>
        <p:spPr bwMode="auto">
          <a:prstGeom prst="rect">
            <a:avLst/>
          </a:prstGeom>
        </p:spPr>
        <p:txBody>
          <a:bodyPr/>
          <a:lstStyle/>
          <a:p>
            <a:pPr>
              <a:defRPr/>
            </a:pPr>
            <a:fld id="{86CB4B4D-7CA3-9044-876B-883B54F8677D}" type="slidenum">
              <a:r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 userDrawn="1">
  <p:cSld name="Título y objetos">
    <p:spTree>
      <p:nvGrpSpPr>
        <p:cNvPr id="1" name=""/>
        <p:cNvGrpSpPr/>
        <p:nvPr/>
      </p:nvGrpSpPr>
      <p:grpSpPr bwMode="auto">
        <a:xfrm>
          <a:off x="0" y="0"/>
          <a:ext cx="0" cy="0"/>
          <a:chOff x="0" y="0"/>
          <a:chExt cx="0" cy="0"/>
        </a:xfrm>
      </p:grpSpPr>
      <p:sp>
        <p:nvSpPr>
          <p:cNvPr id="597833874" name="Shape 20"/>
          <p:cNvSpPr>
            <a:spLocks noGrp="1"/>
          </p:cNvSpPr>
          <p:nvPr>
            <p:ph type="title"/>
          </p:nvPr>
        </p:nvSpPr>
        <p:spPr bwMode="auto">
          <a:prstGeom prst="rect">
            <a:avLst/>
          </a:prstGeom>
        </p:spPr>
        <p:txBody>
          <a:bodyPr/>
          <a:lstStyle/>
          <a:p>
            <a:pPr>
              <a:defRPr/>
            </a:pPr>
            <a:r>
              <a:rPr/>
              <a:t>Title Text</a:t>
            </a:r>
            <a:endParaRPr/>
          </a:p>
        </p:txBody>
      </p:sp>
      <p:sp>
        <p:nvSpPr>
          <p:cNvPr id="1441090644" name="Shape 21"/>
          <p:cNvSpPr>
            <a:spLocks noGrp="1"/>
          </p:cNvSpPr>
          <p:nvPr>
            <p:ph type="body" idx="1"/>
          </p:nvPr>
        </p:nvSpPr>
        <p:spPr bwMode="auto">
          <a:prstGeom prst="rect">
            <a:avLst/>
          </a:prstGeom>
        </p:spPr>
        <p:txBody>
          <a:bodyPr/>
          <a:lstStyle/>
          <a:p>
            <a:pPr>
              <a:defRPr/>
            </a:pPr>
            <a:r>
              <a:rPr/>
              <a:t>Body Level One</a:t>
            </a:r>
            <a:endParaRPr/>
          </a:p>
          <a:p>
            <a:pPr lvl="1">
              <a:defRPr/>
            </a:pPr>
            <a:r>
              <a:rPr/>
              <a:t>Body Level Two</a:t>
            </a:r>
            <a:endParaRPr/>
          </a:p>
          <a:p>
            <a:pPr lvl="2">
              <a:defRPr/>
            </a:pPr>
            <a:r>
              <a:rPr/>
              <a:t>Body Level Three</a:t>
            </a:r>
            <a:endParaRPr/>
          </a:p>
          <a:p>
            <a:pPr lvl="3">
              <a:defRPr/>
            </a:pPr>
            <a:r>
              <a:rPr/>
              <a:t>Body Level Four</a:t>
            </a:r>
            <a:endParaRPr/>
          </a:p>
          <a:p>
            <a:pPr lvl="4">
              <a:defRPr/>
            </a:pPr>
            <a:r>
              <a:rPr/>
              <a:t>Body Level Five</a:t>
            </a:r>
            <a:endParaRPr/>
          </a:p>
        </p:txBody>
      </p:sp>
      <p:sp>
        <p:nvSpPr>
          <p:cNvPr id="438170356" name="Shape 22"/>
          <p:cNvSpPr>
            <a:spLocks noGrp="1"/>
          </p:cNvSpPr>
          <p:nvPr>
            <p:ph type="sldNum" sz="quarter" idx="2"/>
          </p:nvPr>
        </p:nvSpPr>
        <p:spPr bwMode="auto">
          <a:prstGeom prst="rect">
            <a:avLst/>
          </a:prstGeom>
        </p:spPr>
        <p:txBody>
          <a:bodyPr/>
          <a:lstStyle/>
          <a:p>
            <a:pPr>
              <a:defRPr/>
            </a:pPr>
            <a:fld id="{86CB4B4D-7CA3-9044-876B-883B54F8677D}"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blipFill rotWithShape="1">
          <a:blip r:embed="rId15">
            <a:lum/>
          </a:blip>
          <a:stretch/>
        </a:blipFill>
      </p:bgPr>
    </p:bg>
    <p:spTree>
      <p:nvGrpSpPr>
        <p:cNvPr id="1" name=""/>
        <p:cNvGrpSpPr/>
        <p:nvPr/>
      </p:nvGrpSpPr>
      <p:grpSpPr bwMode="auto">
        <a:xfrm>
          <a:off x="0" y="0"/>
          <a:ext cx="0" cy="0"/>
          <a:chOff x="0" y="0"/>
          <a:chExt cx="0" cy="0"/>
        </a:xfrm>
      </p:grpSpPr>
      <p:sp>
        <p:nvSpPr>
          <p:cNvPr id="1553988550" name="Title Placeholder 1"/>
          <p:cNvSpPr>
            <a:spLocks noGrp="1"/>
          </p:cNvSpPr>
          <p:nvPr>
            <p:ph type="title"/>
          </p:nvPr>
        </p:nvSpPr>
        <p:spPr bwMode="auto">
          <a:xfrm>
            <a:off x="628650" y="365125"/>
            <a:ext cx="7886700" cy="1325563"/>
          </a:xfrm>
          <a:prstGeom prst="rect">
            <a:avLst/>
          </a:prstGeom>
        </p:spPr>
        <p:txBody>
          <a:bodyPr vert="horz" lIns="91440" tIns="45720" rIns="91440" bIns="45720" rtlCol="0" anchor="ctr">
            <a:normAutofit/>
          </a:bodyPr>
          <a:lstStyle/>
          <a:p>
            <a:pPr>
              <a:defRPr/>
            </a:pPr>
            <a:r>
              <a:rPr lang="en-GB"/>
              <a:t>Click to edit Master title style</a:t>
            </a:r>
            <a:endParaRPr/>
          </a:p>
        </p:txBody>
      </p:sp>
      <p:sp>
        <p:nvSpPr>
          <p:cNvPr id="770514160"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286123568" name="Date Placeholder 3"/>
          <p:cNvSpPr>
            <a:spLocks noGrp="1"/>
          </p:cNvSpPr>
          <p:nvPr>
            <p:ph type="dt" sz="half" idx="2"/>
          </p:nvPr>
        </p:nvSpPr>
        <p:spPr bwMode="auto">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15C78C8-01AE-8A4B-8152-38068E35D871}" type="datetimeFigureOut">
              <a:rPr/>
              <a:t>09/20/2026</a:t>
            </a:fld>
            <a:endParaRPr/>
          </a:p>
        </p:txBody>
      </p:sp>
      <p:sp>
        <p:nvSpPr>
          <p:cNvPr id="1353277764" name="Footer Placeholder 4"/>
          <p:cNvSpPr>
            <a:spLocks noGrp="1"/>
          </p:cNvSpPr>
          <p:nvPr>
            <p:ph type="ftr" sz="quarter" idx="3"/>
          </p:nvPr>
        </p:nvSpPr>
        <p:spPr bwMode="auto">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292045341" name="Slide Number Placeholder 5"/>
          <p:cNvSpPr>
            <a:spLocks noGrp="1"/>
          </p:cNvSpPr>
          <p:nvPr>
            <p:ph type="sldNum" sz="quarter" idx="4"/>
          </p:nvPr>
        </p:nvSpPr>
        <p:spPr bwMode="auto">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1C9E69A-81F0-6446-B6E8-70262B7DC8F8}"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blipFill rotWithShape="1">
          <a:blip r:embed="rId15">
            <a:lum/>
          </a:blip>
          <a:stretch/>
        </a:blipFill>
      </p:bgPr>
    </p:bg>
    <p:spTree>
      <p:nvGrpSpPr>
        <p:cNvPr id="1" name=""/>
        <p:cNvGrpSpPr/>
        <p:nvPr/>
      </p:nvGrpSpPr>
      <p:grpSpPr bwMode="auto">
        <a:xfrm>
          <a:off x="0" y="0"/>
          <a:ext cx="0" cy="0"/>
          <a:chOff x="0" y="0"/>
          <a:chExt cx="0" cy="0"/>
        </a:xfrm>
      </p:grpSpPr>
      <p:sp>
        <p:nvSpPr>
          <p:cNvPr id="678145557" name="Title Placeholder 1"/>
          <p:cNvSpPr>
            <a:spLocks noGrp="1"/>
          </p:cNvSpPr>
          <p:nvPr>
            <p:ph type="title"/>
          </p:nvPr>
        </p:nvSpPr>
        <p:spPr bwMode="auto">
          <a:xfrm>
            <a:off x="628650" y="365125"/>
            <a:ext cx="7886700" cy="1325563"/>
          </a:xfrm>
          <a:prstGeom prst="rect">
            <a:avLst/>
          </a:prstGeom>
        </p:spPr>
        <p:txBody>
          <a:bodyPr vert="horz" lIns="91440" tIns="45720" rIns="91440" bIns="45720" rtlCol="0" anchor="ctr">
            <a:normAutofit/>
          </a:bodyPr>
          <a:lstStyle/>
          <a:p>
            <a:pPr>
              <a:defRPr/>
            </a:pPr>
            <a:r>
              <a:rPr lang="en-GB"/>
              <a:t>Click to edit Master title style</a:t>
            </a:r>
            <a:endParaRPr/>
          </a:p>
        </p:txBody>
      </p:sp>
      <p:sp>
        <p:nvSpPr>
          <p:cNvPr id="1140552850"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a:p>
        </p:txBody>
      </p:sp>
      <p:sp>
        <p:nvSpPr>
          <p:cNvPr id="887685727" name="Date Placeholder 3"/>
          <p:cNvSpPr>
            <a:spLocks noGrp="1"/>
          </p:cNvSpPr>
          <p:nvPr>
            <p:ph type="dt" sz="half" idx="2"/>
          </p:nvPr>
        </p:nvSpPr>
        <p:spPr bwMode="auto">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73159E-1D32-D147-8A4F-85004E02A0A1}" type="datetimeFigureOut">
              <a:rPr/>
              <a:t>09/20/2026</a:t>
            </a:fld>
            <a:endParaRPr/>
          </a:p>
        </p:txBody>
      </p:sp>
      <p:sp>
        <p:nvSpPr>
          <p:cNvPr id="764016008" name="Footer Placeholder 4"/>
          <p:cNvSpPr>
            <a:spLocks noGrp="1"/>
          </p:cNvSpPr>
          <p:nvPr>
            <p:ph type="ftr" sz="quarter" idx="3"/>
          </p:nvPr>
        </p:nvSpPr>
        <p:spPr bwMode="auto">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109435445" name="Slide Number Placeholder 5"/>
          <p:cNvSpPr>
            <a:spLocks noGrp="1"/>
          </p:cNvSpPr>
          <p:nvPr>
            <p:ph type="sldNum" sz="quarter" idx="4"/>
          </p:nvPr>
        </p:nvSpPr>
        <p:spPr bwMode="auto">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80AE452-8756-0646-BDFD-27BF0CDF52AF}" type="slidenum">
              <a:rPr/>
              <a:t>‹#›</a:t>
            </a:fld>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jpg"/><Relationship Id="rId6" Type="http://schemas.openxmlformats.org/officeDocument/2006/relationships/image" Target="../media/image9.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png"/><Relationship Id="rId7" Type="http://schemas.openxmlformats.org/officeDocument/2006/relationships/image" Target="../media/image14.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microsoft.com/office/2007/relationships/media" Target="../media/maskFile.mp4"/><Relationship Id="rId9" Type="http://schemas.openxmlformats.org/officeDocument/2006/relationships/video" Target="maskFile.mp4" TargetMode="Externa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microsoft.com/office/2007/relationships/media" Target="../media/maskFile.mp4"/><Relationship Id="rId9" Type="http://schemas.openxmlformats.org/officeDocument/2006/relationships/video" Target="maskFile.mp4"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7.png"/><Relationship Id="rId5" Type="http://schemas.openxmlformats.org/officeDocument/2006/relationships/image" Target="../media/image28.png"/><Relationship Id="rId6" Type="http://schemas.microsoft.com/office/2007/relationships/media" Target="../media/maskFile.mp4"/><Relationship Id="rId7" Type="http://schemas.openxmlformats.org/officeDocument/2006/relationships/video" Target="maskFile.mp4" TargetMode="External"/><Relationship Id="rId8" Type="http://schemas.openxmlformats.org/officeDocument/2006/relationships/image" Target="../media/image29.png"/><Relationship Id="rId9" Type="http://schemas.microsoft.com/office/2007/relationships/media" Target="../media/maskFile.mp4"/><Relationship Id="rId10" Type="http://schemas.openxmlformats.org/officeDocument/2006/relationships/video" Target="maskFile.mp4" TargetMode="External"/><Relationship Id="rId11" Type="http://schemas.openxmlformats.org/officeDocument/2006/relationships/image" Target="../media/image30.png"/><Relationship Id="rId12" Type="http://schemas.openxmlformats.org/officeDocument/2006/relationships/hyperlink" Target="https://vg-lab.es/deepspinenet/" TargetMode="Externa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5.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6.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36.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36.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6.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7.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38.png"/><Relationship Id="rId5" Type="http://schemas.microsoft.com/office/2007/relationships/media" Target="../media/maskFile.avi"/><Relationship Id="rId6" Type="http://schemas.openxmlformats.org/officeDocument/2006/relationships/video" Target="maskFile.avi"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6367868" name="1 Título"/>
          <p:cNvSpPr>
            <a:spLocks noGrp="1"/>
          </p:cNvSpPr>
          <p:nvPr>
            <p:ph type="ctrTitle"/>
          </p:nvPr>
        </p:nvSpPr>
        <p:spPr bwMode="auto"/>
        <p:txBody>
          <a:bodyPr/>
          <a:lstStyle/>
          <a:p>
            <a:pPr>
              <a:defRPr/>
            </a:pPr>
            <a:endParaRPr lang="es-ES"/>
          </a:p>
        </p:txBody>
      </p:sp>
      <p:sp>
        <p:nvSpPr>
          <p:cNvPr id="1355639744" name="2 Subtítulo"/>
          <p:cNvSpPr>
            <a:spLocks noGrp="1"/>
          </p:cNvSpPr>
          <p:nvPr>
            <p:ph type="subTitle" idx="1"/>
          </p:nvPr>
        </p:nvSpPr>
        <p:spPr bwMode="auto"/>
        <p:txBody>
          <a:bodyPr/>
          <a:lstStyle/>
          <a:p>
            <a:pPr>
              <a:defRPr/>
            </a:pPr>
            <a:endParaRPr lang="es-ES"/>
          </a:p>
        </p:txBody>
      </p:sp>
      <p:pic>
        <p:nvPicPr>
          <p:cNvPr id="1290616974" name="3 Imagen"/>
          <p:cNvPicPr>
            <a:picLocks noChangeAspect="1"/>
          </p:cNvPicPr>
          <p:nvPr/>
        </p:nvPicPr>
        <p:blipFill rotWithShape="1">
          <a:blip r:embed="rId3"/>
          <a:stretch/>
        </p:blipFill>
        <p:spPr bwMode="auto">
          <a:xfrm>
            <a:off x="-886304" y="-3994"/>
            <a:ext cx="11747137" cy="6855097"/>
          </a:xfrm>
          <a:prstGeom prst="rect">
            <a:avLst/>
          </a:prstGeom>
        </p:spPr>
      </p:pic>
      <p:sp>
        <p:nvSpPr>
          <p:cNvPr id="189263679" name="Rectangle 3"/>
          <p:cNvSpPr txBox="1">
            <a:spLocks noChangeArrowheads="1"/>
          </p:cNvSpPr>
          <p:nvPr/>
        </p:nvSpPr>
        <p:spPr bwMode="auto">
          <a:xfrm>
            <a:off x="-7618" y="751209"/>
            <a:ext cx="9180512" cy="4752528"/>
          </a:xfrm>
          <a:prstGeom prst="rect">
            <a:avLst/>
          </a:prstGeom>
        </p:spPr>
        <p:txBody>
          <a:bodyPr vert="horz" lIns="91440" tIns="45720" rIns="91440" bIns="45720" rtlCol="0">
            <a:noAutofit/>
          </a:bodyPr>
          <a:lstStyle/>
          <a:p>
            <a:pPr marL="0" marR="0" lvl="0" indent="0" algn="ctr" defTabSz="914400" rtl="0">
              <a:lnSpc>
                <a:spcPct val="100000"/>
              </a:lnSpc>
              <a:spcBef>
                <a:spcPts val="0"/>
              </a:spcBef>
              <a:spcAft>
                <a:spcPts val="0"/>
              </a:spcAft>
              <a:buClrTx/>
              <a:buSzTx/>
              <a:buFont typeface="Arial"/>
              <a:buNone/>
              <a:defRPr/>
            </a:pPr>
            <a:endParaRPr lang="es-ES" sz="4800" spc="300">
              <a:solidFill>
                <a:schemeClr val="bg1"/>
              </a:solidFill>
              <a:latin typeface="Gill Sans MT"/>
              <a:ea typeface="+mj-ea"/>
              <a:cs typeface="+mj-cs"/>
            </a:endParaRPr>
          </a:p>
          <a:p>
            <a:pPr marL="0" marR="0" lvl="0" indent="0" algn="ctr" defTabSz="914400" rtl="0">
              <a:lnSpc>
                <a:spcPct val="100000"/>
              </a:lnSpc>
              <a:spcBef>
                <a:spcPts val="0"/>
              </a:spcBef>
              <a:spcAft>
                <a:spcPts val="0"/>
              </a:spcAft>
              <a:buClrTx/>
              <a:buSzTx/>
              <a:buFont typeface="Arial"/>
              <a:buNone/>
              <a:defRPr/>
            </a:pPr>
            <a:r>
              <a:rPr lang="es-ES" sz="4800" b="1" i="0" u="none" strike="noStrike" cap="none" spc="299">
                <a:ln>
                  <a:noFill/>
                </a:ln>
                <a:solidFill>
                  <a:schemeClr val="bg1"/>
                </a:solidFill>
                <a:latin typeface="Gill Sans MT"/>
                <a:ea typeface="Gill Sans MT"/>
                <a:cs typeface="Gill Sans MT"/>
              </a:rPr>
              <a:t>Inside VG-LAB: My Role and Some of Work Lines</a:t>
            </a:r>
            <a:endParaRPr sz="1600"/>
          </a:p>
          <a:p>
            <a:pPr marL="0" marR="0" lvl="0" indent="0" algn="ctr" defTabSz="914400" rtl="0">
              <a:lnSpc>
                <a:spcPct val="100000"/>
              </a:lnSpc>
              <a:spcBef>
                <a:spcPts val="0"/>
              </a:spcBef>
              <a:spcAft>
                <a:spcPts val="0"/>
              </a:spcAft>
              <a:buClrTx/>
              <a:buSzTx/>
              <a:buFont typeface="Arial"/>
              <a:buNone/>
              <a:defRPr/>
            </a:pPr>
            <a:endParaRPr lang="es-ES" sz="3600" spc="300">
              <a:solidFill>
                <a:schemeClr val="bg1"/>
              </a:solidFill>
              <a:latin typeface="Gill Sans MT"/>
              <a:ea typeface="+mj-ea"/>
              <a:cs typeface="+mj-cs"/>
            </a:endParaRPr>
          </a:p>
          <a:p>
            <a:pPr marL="0" marR="0" lvl="0" indent="0" algn="ctr" defTabSz="914400" rtl="0">
              <a:lnSpc>
                <a:spcPct val="100000"/>
              </a:lnSpc>
              <a:spcBef>
                <a:spcPts val="0"/>
              </a:spcBef>
              <a:spcAft>
                <a:spcPts val="0"/>
              </a:spcAft>
              <a:buClrTx/>
              <a:buSzTx/>
              <a:buFont typeface="Arial"/>
              <a:buNone/>
              <a:defRPr/>
            </a:pPr>
            <a:r>
              <a:rPr lang="es-ES" sz="2400" spc="300">
                <a:solidFill>
                  <a:schemeClr val="bg1"/>
                </a:solidFill>
                <a:latin typeface="Gill Sans MT"/>
                <a:ea typeface="+mj-ea"/>
                <a:cs typeface="+mj-cs"/>
              </a:rPr>
              <a:t>Marcos García Lorenzo</a:t>
            </a:r>
            <a:br>
              <a:rPr lang="es-ES" sz="2400" spc="300">
                <a:solidFill>
                  <a:schemeClr val="bg1"/>
                </a:solidFill>
                <a:latin typeface="Gill Sans MT"/>
                <a:ea typeface="+mj-ea"/>
                <a:cs typeface="+mj-cs"/>
              </a:rPr>
            </a:br>
            <a:r>
              <a:rPr lang="es-ES" sz="2400" spc="300">
                <a:solidFill>
                  <a:schemeClr val="bg1"/>
                </a:solidFill>
                <a:latin typeface="Gill Sans MT"/>
                <a:ea typeface="+mj-ea"/>
                <a:cs typeface="+mj-cs"/>
              </a:rPr>
              <a:t>marcos.garcía@urjc.es</a:t>
            </a:r>
            <a:endParaRPr sz="1600"/>
          </a:p>
        </p:txBody>
      </p:sp>
      <p:pic>
        <p:nvPicPr>
          <p:cNvPr id="746742411" name="Picture 5"/>
          <p:cNvPicPr>
            <a:picLocks noChangeAspect="1"/>
          </p:cNvPicPr>
          <p:nvPr/>
        </p:nvPicPr>
        <p:blipFill rotWithShape="1">
          <a:blip r:embed="rId4"/>
          <a:srcRect l="0" t="0" r="61205" b="0"/>
          <a:stretch/>
        </p:blipFill>
        <p:spPr bwMode="auto">
          <a:xfrm>
            <a:off x="238188" y="5782946"/>
            <a:ext cx="1597508" cy="893014"/>
          </a:xfrm>
          <a:prstGeom prst="rect">
            <a:avLst/>
          </a:prstGeom>
        </p:spPr>
      </p:pic>
      <p:pic>
        <p:nvPicPr>
          <p:cNvPr id="1211969097" name="Picture 5"/>
          <p:cNvPicPr>
            <a:picLocks noChangeAspect="1"/>
          </p:cNvPicPr>
          <p:nvPr/>
        </p:nvPicPr>
        <p:blipFill rotWithShape="1">
          <a:blip r:embed="rId4"/>
          <a:srcRect l="34974" t="0" r="0" b="0"/>
          <a:stretch/>
        </p:blipFill>
        <p:spPr bwMode="auto">
          <a:xfrm>
            <a:off x="1894371" y="5723197"/>
            <a:ext cx="2677628" cy="893014"/>
          </a:xfrm>
          <a:prstGeom prst="rect">
            <a:avLst/>
          </a:prstGeom>
        </p:spPr>
      </p:pic>
      <p:pic>
        <p:nvPicPr>
          <p:cNvPr id="71637038" name=""/>
          <p:cNvPicPr>
            <a:picLocks noChangeAspect="1"/>
          </p:cNvPicPr>
          <p:nvPr/>
        </p:nvPicPr>
        <p:blipFill rotWithShape="1">
          <a:blip r:embed="rId5"/>
          <a:stretch/>
        </p:blipFill>
        <p:spPr bwMode="auto">
          <a:xfrm flipH="0" flipV="0">
            <a:off x="9685778" y="5421922"/>
            <a:ext cx="1084384" cy="10843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630555" name="Título 8"/>
          <p:cNvSpPr>
            <a:spLocks noGrp="1"/>
          </p:cNvSpPr>
          <p:nvPr>
            <p:ph type="title"/>
          </p:nvPr>
        </p:nvSpPr>
        <p:spPr bwMode="auto">
          <a:xfrm>
            <a:off x="628650" y="188641"/>
            <a:ext cx="7886700" cy="1325563"/>
          </a:xfrm>
        </p:spPr>
        <p:txBody>
          <a:bodyPr>
            <a:normAutofit/>
          </a:bodyPr>
          <a:lstStyle/>
          <a:p>
            <a:pPr algn="ctr">
              <a:defRPr/>
            </a:pPr>
            <a:r>
              <a:rPr lang="es-ES" sz="4800" b="1">
                <a:solidFill>
                  <a:schemeClr val="bg1"/>
                </a:solidFill>
              </a:rPr>
              <a:t>URJC</a:t>
            </a:r>
            <a:endParaRPr/>
          </a:p>
        </p:txBody>
      </p:sp>
      <p:sp>
        <p:nvSpPr>
          <p:cNvPr id="651146849" name="Rectángulo 9"/>
          <p:cNvSpPr/>
          <p:nvPr/>
        </p:nvSpPr>
        <p:spPr bwMode="auto">
          <a:xfrm>
            <a:off x="295005" y="2276871"/>
            <a:ext cx="3718929" cy="4206599"/>
          </a:xfrm>
          <a:prstGeom prst="rect">
            <a:avLst/>
          </a:prstGeom>
          <a:solidFill>
            <a:schemeClr val="bg1"/>
          </a:solidFill>
          <a:ln w="38100" cap="sq">
            <a:noFill/>
            <a:prstDash val="solid"/>
            <a:miter lim="800000"/>
          </a:ln>
          <a:effectLst>
            <a:outerShdw sx="1000" sy="1000" algn="tl" rotWithShape="0">
              <a:schemeClr val="tx1">
                <a:alpha val="55000"/>
              </a:schemeClr>
            </a:outerShdw>
          </a:effectLst>
        </p:spPr>
        <p:txBody>
          <a:bodyPr wrap="square">
            <a:spAutoFit/>
          </a:bodyPr>
          <a:lstStyle/>
          <a:p>
            <a:pPr marL="342900" indent="-342900" algn="just">
              <a:buFont typeface="Arial"/>
              <a:buChar char="•"/>
              <a:defRPr/>
            </a:pPr>
            <a:r>
              <a:rPr lang="es-ES">
                <a:solidFill>
                  <a:schemeClr val="tx1"/>
                </a:solidFill>
              </a:rPr>
              <a:t>URJC stands for </a:t>
            </a:r>
            <a:r>
              <a:rPr lang="es-ES" i="1">
                <a:solidFill>
                  <a:schemeClr val="tx1"/>
                </a:solidFill>
              </a:rPr>
              <a:t>Universidad Rey Juan Carlos</a:t>
            </a:r>
            <a:endParaRPr i="1">
              <a:solidFill>
                <a:schemeClr val="tx1"/>
              </a:solidFill>
            </a:endParaRPr>
          </a:p>
          <a:p>
            <a:pPr marL="342900" indent="-342900" algn="just">
              <a:buFont typeface="Arial"/>
              <a:buChar char="•"/>
              <a:defRPr/>
            </a:pPr>
            <a:endParaRPr/>
          </a:p>
          <a:p>
            <a:pPr marL="342900" indent="-342900" algn="just">
              <a:buFont typeface="Arial"/>
              <a:buChar char="•"/>
              <a:defRPr/>
            </a:pPr>
            <a:r>
              <a:rPr lang="es-ES">
                <a:solidFill>
                  <a:schemeClr val="tx1"/>
                </a:solidFill>
              </a:rPr>
              <a:t>Fundada en 1996</a:t>
            </a:r>
            <a:endParaRPr lang="es-ES">
              <a:solidFill>
                <a:schemeClr val="tx1"/>
              </a:solidFill>
            </a:endParaRPr>
          </a:p>
          <a:p>
            <a:pPr algn="just">
              <a:defRPr/>
            </a:pPr>
            <a:endParaRPr lang="es-ES">
              <a:solidFill>
                <a:schemeClr val="tx1"/>
              </a:solidFill>
            </a:endParaRPr>
          </a:p>
          <a:p>
            <a:pPr marL="342900" indent="-342900" algn="just">
              <a:buFont typeface="Arial"/>
              <a:buChar char="•"/>
              <a:defRPr/>
            </a:pPr>
            <a:r>
              <a:rPr lang="es-ES">
                <a:solidFill>
                  <a:schemeClr val="tx1"/>
                </a:solidFill>
              </a:rPr>
              <a:t>6ª Universidad Pública de la CAM</a:t>
            </a:r>
            <a:endParaRPr/>
          </a:p>
          <a:p>
            <a:pPr algn="just">
              <a:defRPr/>
            </a:pPr>
            <a:endParaRPr lang="es-ES">
              <a:solidFill>
                <a:schemeClr val="tx1"/>
              </a:solidFill>
            </a:endParaRPr>
          </a:p>
          <a:p>
            <a:pPr marL="342900" indent="-342900" algn="just">
              <a:buFont typeface="Arial"/>
              <a:buChar char="•"/>
              <a:defRPr/>
            </a:pPr>
            <a:r>
              <a:rPr lang="es-ES">
                <a:solidFill>
                  <a:schemeClr val="tx1"/>
                </a:solidFill>
              </a:rPr>
              <a:t>5 Campus: Madrid, Móstoles, Alcorcón, Fuenlabrada y Aranjuez</a:t>
            </a:r>
            <a:endParaRPr/>
          </a:p>
          <a:p>
            <a:pPr algn="just">
              <a:defRPr/>
            </a:pPr>
            <a:endParaRPr lang="es-ES">
              <a:solidFill>
                <a:schemeClr val="tx1"/>
              </a:solidFill>
            </a:endParaRPr>
          </a:p>
          <a:p>
            <a:pPr marL="342900" indent="-342900" algn="just">
              <a:buFont typeface="Arial"/>
              <a:buChar char="•"/>
              <a:defRPr/>
            </a:pPr>
            <a:r>
              <a:rPr lang="es-ES">
                <a:solidFill>
                  <a:schemeClr val="tx1"/>
                </a:solidFill>
              </a:rPr>
              <a:t>Más de 40.000 alumnos</a:t>
            </a:r>
            <a:endParaRPr/>
          </a:p>
          <a:p>
            <a:pPr algn="just">
              <a:defRPr/>
            </a:pPr>
            <a:endParaRPr lang="es-ES">
              <a:solidFill>
                <a:schemeClr val="tx1"/>
              </a:solidFill>
            </a:endParaRPr>
          </a:p>
          <a:p>
            <a:pPr marL="342900" indent="-342900" algn="just">
              <a:buFont typeface="Arial"/>
              <a:buChar char="•"/>
              <a:defRPr/>
            </a:pPr>
            <a:r>
              <a:rPr lang="es-ES">
                <a:solidFill>
                  <a:schemeClr val="tx1"/>
                </a:solidFill>
              </a:rPr>
              <a:t>2ª Universidad de la CAM y  7ª de España en número de alumnos </a:t>
            </a:r>
            <a:endParaRPr/>
          </a:p>
          <a:p>
            <a:pPr algn="just">
              <a:defRPr/>
            </a:pPr>
            <a:endParaRPr lang="es-ES">
              <a:solidFill>
                <a:schemeClr val="tx1"/>
              </a:solidFill>
            </a:endParaRPr>
          </a:p>
        </p:txBody>
      </p:sp>
      <p:pic>
        <p:nvPicPr>
          <p:cNvPr id="642461401" name="Imagen 4" descr="Una torre de un edificio&#10;&#10;Descripción generada automáticamente"/>
          <p:cNvPicPr>
            <a:picLocks noChangeAspect="1"/>
          </p:cNvPicPr>
          <p:nvPr/>
        </p:nvPicPr>
        <p:blipFill rotWithShape="1">
          <a:blip r:embed="rId3"/>
          <a:stretch/>
        </p:blipFill>
        <p:spPr bwMode="auto">
          <a:xfrm>
            <a:off x="4593704" y="1772816"/>
            <a:ext cx="4265746" cy="3861047"/>
          </a:xfrm>
          <a:prstGeom prst="rect">
            <a:avLst/>
          </a:prstGeom>
          <a:solidFill>
            <a:schemeClr val="bg1">
              <a:lumMod val="95000"/>
            </a:schemeClr>
          </a:solidFill>
          <a:ln w="25400">
            <a:solidFill>
              <a:schemeClr val="tx1"/>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276263960" name="Shape 143"/>
          <p:cNvSpPr>
            <a:spLocks noGrp="1"/>
          </p:cNvSpPr>
          <p:nvPr>
            <p:ph type="title"/>
          </p:nvPr>
        </p:nvSpPr>
        <p:spPr bwMode="auto">
          <a:xfrm>
            <a:off x="457200" y="260646"/>
            <a:ext cx="8229600" cy="1143000"/>
          </a:xfrm>
          <a:prstGeom prst="rect">
            <a:avLst/>
          </a:prstGeom>
          <a:ln w="12700">
            <a:miter lim="400000"/>
          </a:ln>
        </p:spPr>
        <p:txBody>
          <a:bodyPr lIns="45718" rIns="45718" anchor="ctr">
            <a:normAutofit/>
          </a:bodyPr>
          <a:lstStyle/>
          <a:p>
            <a:pPr algn="ctr">
              <a:lnSpc>
                <a:spcPct val="100000"/>
              </a:lnSpc>
              <a:spcBef>
                <a:spcPts val="0"/>
              </a:spcBef>
              <a:defRPr/>
            </a:pPr>
            <a:r>
              <a:rPr lang="es-ES">
                <a:solidFill>
                  <a:srgbClr val="FFFFFF"/>
                </a:solidFill>
                <a:latin typeface="Calibri"/>
                <a:ea typeface="Arial"/>
                <a:cs typeface="Arial"/>
              </a:rPr>
              <a:t>ETSII           </a:t>
            </a:r>
            <a:endParaRPr>
              <a:solidFill>
                <a:srgbClr val="FFFFFF"/>
              </a:solidFill>
              <a:latin typeface="Calibri"/>
              <a:ea typeface="Arial"/>
              <a:cs typeface="Arial"/>
            </a:endParaRPr>
          </a:p>
        </p:txBody>
      </p:sp>
      <p:pic>
        <p:nvPicPr>
          <p:cNvPr id="1578630010" name="image8.png"/>
          <p:cNvPicPr>
            <a:picLocks noChangeAspect="1"/>
          </p:cNvPicPr>
          <p:nvPr/>
        </p:nvPicPr>
        <p:blipFill rotWithShape="1">
          <a:blip r:embed="rId4"/>
          <a:stretch/>
        </p:blipFill>
        <p:spPr bwMode="auto">
          <a:xfrm flipH="0" flipV="0">
            <a:off x="4752603" y="2967765"/>
            <a:ext cx="3217460" cy="1761652"/>
          </a:xfrm>
          <a:prstGeom prst="rect">
            <a:avLst/>
          </a:prstGeom>
          <a:ln w="25400">
            <a:solidFill>
              <a:schemeClr val="tx1"/>
            </a:solidFill>
          </a:ln>
        </p:spPr>
      </p:pic>
      <p:pic>
        <p:nvPicPr>
          <p:cNvPr id="1002676192" name="Imagen 5"/>
          <p:cNvPicPr>
            <a:picLocks noChangeAspect="1"/>
          </p:cNvPicPr>
          <p:nvPr/>
        </p:nvPicPr>
        <p:blipFill rotWithShape="1">
          <a:blip r:embed="rId5"/>
          <a:srcRect l="1176" t="51254" r="59952" b="28831"/>
          <a:stretch/>
        </p:blipFill>
        <p:spPr bwMode="auto">
          <a:xfrm>
            <a:off x="1259631" y="1648434"/>
            <a:ext cx="6710433" cy="1108717"/>
          </a:xfrm>
          <a:prstGeom prst="rect">
            <a:avLst/>
          </a:prstGeom>
          <a:ln w="25400">
            <a:solidFill>
              <a:schemeClr val="tx1"/>
            </a:solidFill>
          </a:ln>
        </p:spPr>
      </p:pic>
      <p:sp>
        <p:nvSpPr>
          <p:cNvPr id="499050615" name="Rectángulo 9"/>
          <p:cNvSpPr/>
          <p:nvPr/>
        </p:nvSpPr>
        <p:spPr bwMode="auto">
          <a:xfrm flipH="0" flipV="0">
            <a:off x="1259631" y="2943288"/>
            <a:ext cx="3503052" cy="2560678"/>
          </a:xfrm>
          <a:prstGeom prst="rect">
            <a:avLst/>
          </a:prstGeom>
          <a:solidFill>
            <a:schemeClr val="bg1"/>
          </a:solidFill>
          <a:ln w="38100" cap="sq">
            <a:noFill/>
            <a:prstDash val="solid"/>
            <a:miter lim="800000"/>
          </a:ln>
          <a:effectLst>
            <a:outerShdw sx="1000" sy="1000" algn="tl" rotWithShape="0">
              <a:schemeClr val="tx1">
                <a:alpha val="55000"/>
              </a:schemeClr>
            </a:outerShdw>
          </a:effectLst>
        </p:spPr>
        <p:txBody>
          <a:bodyPr wrap="square">
            <a:spAutoFit/>
          </a:bodyPr>
          <a:lstStyle/>
          <a:p>
            <a:pPr marL="342900" indent="-342900" algn="l">
              <a:buFont typeface="Arial"/>
              <a:buChar char="•"/>
              <a:defRPr/>
            </a:pPr>
            <a:r>
              <a:rPr lang="es-ES">
                <a:solidFill>
                  <a:schemeClr val="tx1"/>
                </a:solidFill>
              </a:rPr>
              <a:t>Around 200 faculty members. </a:t>
            </a:r>
            <a:endParaRPr lang="es-ES">
              <a:solidFill>
                <a:schemeClr val="tx1"/>
              </a:solidFill>
            </a:endParaRPr>
          </a:p>
          <a:p>
            <a:pPr marL="342900" indent="-342900" algn="l">
              <a:buFont typeface="Arial"/>
              <a:buChar char="•"/>
              <a:defRPr/>
            </a:pPr>
            <a:endParaRPr lang="es-ES">
              <a:solidFill>
                <a:schemeClr val="tx1"/>
              </a:solidFill>
            </a:endParaRPr>
          </a:p>
          <a:p>
            <a:pPr marL="342900" indent="-342900" algn="l">
              <a:buFont typeface="Arial"/>
              <a:buChar char="•"/>
              <a:defRPr/>
            </a:pPr>
            <a:r>
              <a:rPr lang="es-ES">
                <a:solidFill>
                  <a:schemeClr val="tx1"/>
                </a:solidFill>
              </a:rPr>
              <a:t>8 simple degrees </a:t>
            </a:r>
            <a:endParaRPr lang="es-ES">
              <a:solidFill>
                <a:schemeClr val="tx1"/>
              </a:solidFill>
            </a:endParaRPr>
          </a:p>
          <a:p>
            <a:pPr marL="342900" indent="-342900" algn="l">
              <a:buFont typeface="Arial"/>
              <a:buChar char="•"/>
              <a:defRPr/>
            </a:pPr>
            <a:endParaRPr lang="es-ES">
              <a:solidFill>
                <a:schemeClr val="tx1"/>
              </a:solidFill>
            </a:endParaRPr>
          </a:p>
          <a:p>
            <a:pPr marL="342900" indent="-342900" algn="l">
              <a:buFont typeface="Arial"/>
              <a:buChar char="•"/>
              <a:defRPr/>
            </a:pPr>
            <a:r>
              <a:rPr lang="es-ES">
                <a:solidFill>
                  <a:schemeClr val="tx1"/>
                </a:solidFill>
              </a:rPr>
              <a:t>9 double degrees</a:t>
            </a:r>
            <a:endParaRPr lang="es-ES">
              <a:solidFill>
                <a:schemeClr val="tx1"/>
              </a:solidFill>
            </a:endParaRPr>
          </a:p>
          <a:p>
            <a:pPr marL="342900" indent="-342900" algn="l">
              <a:buFont typeface="Arial"/>
              <a:buChar char="•"/>
              <a:defRPr/>
            </a:pPr>
            <a:endParaRPr lang="es-ES">
              <a:solidFill>
                <a:schemeClr val="tx1"/>
              </a:solidFill>
            </a:endParaRPr>
          </a:p>
          <a:p>
            <a:pPr marL="342900" indent="-342900" algn="l">
              <a:buFont typeface="Arial"/>
              <a:buChar char="•"/>
              <a:defRPr/>
            </a:pPr>
            <a:r>
              <a:rPr lang="es-ES">
                <a:solidFill>
                  <a:schemeClr val="tx1"/>
                </a:solidFill>
              </a:rPr>
              <a:t>6 Master Degree</a:t>
            </a:r>
            <a:endParaRPr lang="es-ES">
              <a:solidFill>
                <a:schemeClr val="tx1"/>
              </a:solidFill>
            </a:endParaRPr>
          </a:p>
          <a:p>
            <a:pPr marL="342900" indent="-342900" algn="l">
              <a:buFont typeface="Arial"/>
              <a:buChar char="•"/>
              <a:defRPr/>
            </a:pPr>
            <a:endParaRPr lang="es-ES">
              <a:solidFill>
                <a:schemeClr val="tx1"/>
              </a:solidFill>
            </a:endParaRPr>
          </a:p>
          <a:p>
            <a:pPr marL="342900" indent="-342900" algn="l">
              <a:buFont typeface="Arial"/>
              <a:buChar char="•"/>
              <a:defRPr/>
            </a:pPr>
            <a:r>
              <a:rPr lang="es-ES">
                <a:solidFill>
                  <a:schemeClr val="tx1"/>
                </a:solidFill>
              </a:rPr>
              <a:t>1Phd Program in IT </a:t>
            </a:r>
            <a:endParaRPr lang="es-ES">
              <a:solidFill>
                <a:schemeClr val="tx1"/>
              </a:solidFill>
            </a:endParaRPr>
          </a:p>
        </p:txBody>
      </p:sp>
      <p:pic>
        <p:nvPicPr>
          <p:cNvPr id="707521987" name="image10.jpeg" descr="4008835468_82881050e2"/>
          <p:cNvPicPr>
            <a:picLocks noChangeAspect="1"/>
          </p:cNvPicPr>
          <p:nvPr/>
        </p:nvPicPr>
        <p:blipFill rotWithShape="1">
          <a:blip r:embed="rId6"/>
          <a:stretch/>
        </p:blipFill>
        <p:spPr bwMode="auto">
          <a:xfrm flipH="0" flipV="0">
            <a:off x="4846640" y="5000625"/>
            <a:ext cx="2688825" cy="1683263"/>
          </a:xfrm>
          <a:prstGeom prst="rect">
            <a:avLst/>
          </a:prstGeom>
          <a:ln w="228600" cap="sq">
            <a:solidFill>
              <a:srgbClr val="000000"/>
            </a:solidFill>
            <a:miter/>
          </a:ln>
        </p:spPr>
      </p:pic>
      <p:sp>
        <p:nvSpPr>
          <p:cNvPr id="604136217" name="Shape 158"/>
          <p:cNvSpPr/>
          <p:nvPr/>
        </p:nvSpPr>
        <p:spPr bwMode="auto">
          <a:xfrm>
            <a:off x="6748272" y="6287288"/>
            <a:ext cx="1448985" cy="396598"/>
          </a:xfrm>
          <a:prstGeom prst="rect">
            <a:avLst/>
          </a:prstGeom>
          <a:solidFill>
            <a:srgbClr val="FFFFFF"/>
          </a:solidFill>
          <a:ln w="12700">
            <a:miter lim="400000"/>
          </a:ln>
        </p:spPr>
        <p:txBody>
          <a:bodyPr wrap="square" lIns="45717" rIns="45717">
            <a:spAutoFit/>
          </a:bodyPr>
          <a:lstStyle>
            <a:lvl1pPr marL="342900" indent="-342900" algn="ctr">
              <a:spcBef>
                <a:spcPts val="397"/>
              </a:spcBef>
              <a:defRPr sz="2000" b="1" spc="-148">
                <a:solidFill>
                  <a:srgbClr val="558ED5"/>
                </a:solidFill>
                <a:latin typeface="Capture it"/>
                <a:ea typeface="Capture it"/>
                <a:cs typeface="Capture it"/>
              </a:defRPr>
            </a:lvl1pPr>
          </a:lstStyle>
          <a:p>
            <a:pPr>
              <a:defRPr/>
            </a:pPr>
            <a:r>
              <a:rPr/>
              <a:t>MÓSTOLES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596624145" name="Shape 143"/>
          <p:cNvSpPr>
            <a:spLocks noGrp="1"/>
          </p:cNvSpPr>
          <p:nvPr>
            <p:ph type="title"/>
          </p:nvPr>
        </p:nvSpPr>
        <p:spPr bwMode="auto">
          <a:xfrm>
            <a:off x="457200" y="260646"/>
            <a:ext cx="8229600" cy="1143000"/>
          </a:xfrm>
          <a:prstGeom prst="rect">
            <a:avLst/>
          </a:prstGeom>
          <a:ln w="12700">
            <a:miter lim="400000"/>
          </a:ln>
        </p:spPr>
        <p:txBody>
          <a:bodyPr lIns="45718" rIns="45718" anchor="ctr">
            <a:normAutofit/>
          </a:bodyPr>
          <a:lstStyle/>
          <a:p>
            <a:pPr algn="ctr">
              <a:lnSpc>
                <a:spcPct val="100000"/>
              </a:lnSpc>
              <a:spcBef>
                <a:spcPts val="0"/>
              </a:spcBef>
              <a:defRPr/>
            </a:pPr>
            <a:r>
              <a:rPr lang="es-ES">
                <a:solidFill>
                  <a:srgbClr val="FFFFFF"/>
                </a:solidFill>
                <a:latin typeface="Calibri"/>
                <a:ea typeface="Arial"/>
                <a:cs typeface="Arial"/>
              </a:rPr>
              <a:t>VG-LAB          </a:t>
            </a:r>
            <a:endParaRPr>
              <a:solidFill>
                <a:srgbClr val="FFFFFF"/>
              </a:solidFill>
              <a:latin typeface="Calibri"/>
              <a:ea typeface="Arial"/>
              <a:cs typeface="Arial"/>
            </a:endParaRPr>
          </a:p>
        </p:txBody>
      </p:sp>
      <p:pic>
        <p:nvPicPr>
          <p:cNvPr id="1413517889" name=""/>
          <p:cNvPicPr>
            <a:picLocks noChangeAspect="1"/>
          </p:cNvPicPr>
          <p:nvPr/>
        </p:nvPicPr>
        <p:blipFill rotWithShape="1">
          <a:blip r:embed="rId4"/>
          <a:stretch/>
        </p:blipFill>
        <p:spPr bwMode="auto">
          <a:xfrm flipH="0" flipV="0">
            <a:off x="7569445" y="5220429"/>
            <a:ext cx="1117353" cy="1117353"/>
          </a:xfrm>
          <a:prstGeom prst="rect">
            <a:avLst/>
          </a:prstGeom>
        </p:spPr>
      </p:pic>
      <p:pic>
        <p:nvPicPr>
          <p:cNvPr id="837575461" name=""/>
          <p:cNvPicPr>
            <a:picLocks noChangeAspect="1"/>
          </p:cNvPicPr>
          <p:nvPr/>
        </p:nvPicPr>
        <p:blipFill rotWithShape="1">
          <a:blip r:embed="rId5"/>
          <a:stretch/>
        </p:blipFill>
        <p:spPr bwMode="auto">
          <a:xfrm flipH="0" flipV="0">
            <a:off x="257336" y="2641912"/>
            <a:ext cx="8629326" cy="21804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505611211" name="Shape 143"/>
          <p:cNvSpPr>
            <a:spLocks noGrp="1"/>
          </p:cNvSpPr>
          <p:nvPr>
            <p:ph type="title"/>
          </p:nvPr>
        </p:nvSpPr>
        <p:spPr bwMode="auto">
          <a:xfrm>
            <a:off x="457200" y="260646"/>
            <a:ext cx="8229600" cy="1143000"/>
          </a:xfrm>
          <a:prstGeom prst="rect">
            <a:avLst/>
          </a:prstGeom>
          <a:ln w="12700">
            <a:miter lim="400000"/>
          </a:ln>
        </p:spPr>
        <p:txBody>
          <a:bodyPr lIns="45718" rIns="45718" anchor="ctr">
            <a:normAutofit/>
          </a:bodyPr>
          <a:lstStyle/>
          <a:p>
            <a:pPr algn="ctr">
              <a:lnSpc>
                <a:spcPct val="100000"/>
              </a:lnSpc>
              <a:spcBef>
                <a:spcPts val="0"/>
              </a:spcBef>
              <a:defRPr/>
            </a:pPr>
            <a:r>
              <a:rPr lang="es-ES">
                <a:solidFill>
                  <a:srgbClr val="FFFFFF"/>
                </a:solidFill>
                <a:latin typeface="Calibri"/>
                <a:ea typeface="Arial"/>
                <a:cs typeface="Arial"/>
              </a:rPr>
              <a:t>VG-LAB          </a:t>
            </a:r>
            <a:endParaRPr>
              <a:solidFill>
                <a:srgbClr val="FFFFFF"/>
              </a:solidFill>
              <a:latin typeface="Calibri"/>
              <a:ea typeface="Arial"/>
              <a:cs typeface="Arial"/>
            </a:endParaRPr>
          </a:p>
        </p:txBody>
      </p:sp>
      <p:sp>
        <p:nvSpPr>
          <p:cNvPr id="978411369" name="Rectángulo 9"/>
          <p:cNvSpPr/>
          <p:nvPr/>
        </p:nvSpPr>
        <p:spPr bwMode="auto">
          <a:xfrm flipH="0" flipV="0">
            <a:off x="295005" y="2710960"/>
            <a:ext cx="8485392" cy="3109319"/>
          </a:xfrm>
          <a:prstGeom prst="rect">
            <a:avLst/>
          </a:prstGeom>
          <a:solidFill>
            <a:schemeClr val="bg1"/>
          </a:solidFill>
          <a:ln w="38100" cap="sq">
            <a:noFill/>
            <a:prstDash val="solid"/>
            <a:miter lim="800000"/>
          </a:ln>
          <a:effectLst>
            <a:outerShdw sx="1000" sy="1000" algn="tl" rotWithShape="0">
              <a:schemeClr val="tx1">
                <a:alpha val="55000"/>
              </a:schemeClr>
            </a:outerShdw>
          </a:effectLst>
        </p:spPr>
        <p:txBody>
          <a:bodyPr wrap="square">
            <a:spAutoFit/>
          </a:bodyPr>
          <a:lstStyle/>
          <a:p>
            <a:pPr marL="283879" lvl="0" indent="-283879" algn="just">
              <a:buClrTx/>
              <a:buSzTx/>
              <a:buFont typeface="Arial"/>
              <a:buChar char="•"/>
              <a:defRPr/>
            </a:pPr>
            <a:r>
              <a:rPr lang="es-ES" sz="1800" b="0" i="0" u="none" strike="noStrike" cap="none" spc="0">
                <a:ln>
                  <a:noFill/>
                </a:ln>
                <a:solidFill>
                  <a:srgbClr val="000000"/>
                </a:solidFill>
                <a:latin typeface="Calibri"/>
                <a:ea typeface="Arial"/>
                <a:cs typeface="Arial"/>
              </a:rPr>
              <a:t>Primeras lineas de trabajo:</a:t>
            </a:r>
            <a:endParaRPr lang="en-US" sz="1800" b="0" i="0" u="none" strike="noStrike" cap="none" spc="0">
              <a:ln>
                <a:noFill/>
              </a:ln>
              <a:solidFill>
                <a:srgbClr val="000000"/>
              </a:solidFill>
              <a:latin typeface="Calibri"/>
              <a:ea typeface="Arial"/>
              <a:cs typeface="Arial"/>
            </a:endParaRPr>
          </a:p>
          <a:p>
            <a:pPr marL="683929" lvl="1" indent="-283879" algn="just">
              <a:buClrTx/>
              <a:buSzTx/>
              <a:buFont typeface="Arial"/>
              <a:buChar char="•"/>
              <a:defRPr/>
            </a:pPr>
            <a:r>
              <a:rPr lang="en-US" sz="1800" b="1" i="0" u="none" strike="noStrike" cap="none" spc="0">
                <a:ln>
                  <a:noFill/>
                </a:ln>
                <a:solidFill>
                  <a:srgbClr val="000000"/>
                </a:solidFill>
                <a:latin typeface="Calibri"/>
                <a:ea typeface="Arial"/>
                <a:cs typeface="Arial"/>
              </a:rPr>
              <a:t>Computer graphics: </a:t>
            </a:r>
            <a:r>
              <a:rPr lang="en-US" sz="1800" b="0" i="0" u="none" strike="noStrike" cap="none" spc="0">
                <a:ln>
                  <a:noFill/>
                </a:ln>
                <a:solidFill>
                  <a:srgbClr val="000000"/>
                </a:solidFill>
                <a:latin typeface="Calibri"/>
                <a:ea typeface="Arial"/>
                <a:cs typeface="Arial"/>
              </a:rPr>
              <a:t>Virtual reality,  haptic interaction, medical trainers, simulation, rendering</a:t>
            </a:r>
            <a:endParaRPr lang="en-US" sz="1800" b="0" i="0" u="none" strike="noStrike" cap="none" spc="0">
              <a:ln>
                <a:noFill/>
              </a:ln>
              <a:solidFill>
                <a:srgbClr val="000000"/>
              </a:solidFill>
              <a:latin typeface="Calibri"/>
              <a:ea typeface="Arial"/>
              <a:cs typeface="Arial"/>
            </a:endParaRPr>
          </a:p>
          <a:p>
            <a:pPr marL="683929" lvl="1" indent="-283879" algn="just">
              <a:buClrTx/>
              <a:buSzTx/>
              <a:buFont typeface="Arial"/>
              <a:buChar char="•"/>
              <a:defRPr/>
            </a:pPr>
            <a:r>
              <a:rPr lang="en-US" sz="1800" b="0" i="0" u="none" strike="noStrike" cap="none" spc="0">
                <a:ln>
                  <a:noFill/>
                </a:ln>
                <a:solidFill>
                  <a:srgbClr val="000000"/>
                </a:solidFill>
                <a:latin typeface="Calibri"/>
                <a:ea typeface="Arial"/>
                <a:cs typeface="Arial"/>
              </a:rPr>
              <a:t>High-performance computing</a:t>
            </a:r>
            <a:r>
              <a:rPr lang="en-US" sz="1800" b="1" i="0" u="none" strike="noStrike" cap="none" spc="0">
                <a:ln>
                  <a:noFill/>
                </a:ln>
                <a:solidFill>
                  <a:srgbClr val="000000"/>
                </a:solidFill>
                <a:latin typeface="Calibri"/>
                <a:ea typeface="Arial"/>
                <a:cs typeface="Arial"/>
              </a:rPr>
              <a:t>: </a:t>
            </a:r>
            <a:r>
              <a:rPr lang="en-US" sz="1800" b="0" i="0" u="none" strike="noStrike" cap="none" spc="0">
                <a:ln>
                  <a:noFill/>
                </a:ln>
                <a:solidFill>
                  <a:srgbClr val="000000"/>
                </a:solidFill>
                <a:latin typeface="Calibri"/>
                <a:ea typeface="Arial"/>
                <a:cs typeface="Arial"/>
              </a:rPr>
              <a:t>Distributed computing, GPGPU, </a:t>
            </a:r>
            <a:r>
              <a:rPr lang="es-ES" sz="1800" b="0" i="0" u="none" strike="noStrike" cap="none" spc="0">
                <a:ln>
                  <a:noFill/>
                </a:ln>
                <a:solidFill>
                  <a:srgbClr val="000000"/>
                </a:solidFill>
                <a:latin typeface="Calibri"/>
                <a:ea typeface="Arial"/>
                <a:cs typeface="Arial"/>
              </a:rPr>
              <a:t>load </a:t>
            </a:r>
            <a:r>
              <a:rPr lang="en-GB" sz="1800" b="0" i="0" u="none" strike="noStrike" cap="none" spc="0">
                <a:ln>
                  <a:noFill/>
                </a:ln>
                <a:solidFill>
                  <a:srgbClr val="000000"/>
                </a:solidFill>
                <a:latin typeface="Calibri"/>
                <a:ea typeface="Arial"/>
                <a:cs typeface="Arial"/>
              </a:rPr>
              <a:t>balancing</a:t>
            </a:r>
            <a:endParaRPr sz="1800"/>
          </a:p>
          <a:p>
            <a:pPr algn="just">
              <a:buFont typeface="Arial"/>
              <a:buChar char="•"/>
              <a:defRPr/>
            </a:pPr>
            <a:endParaRPr sz="1800" b="1"/>
          </a:p>
          <a:p>
            <a:pPr algn="just">
              <a:buFont typeface="Arial"/>
              <a:buChar char="•"/>
              <a:defRPr/>
            </a:pPr>
            <a:endParaRPr sz="1800" b="1"/>
          </a:p>
          <a:p>
            <a:pPr marL="283879" indent="-283879" algn="just">
              <a:buClrTx/>
              <a:buSzTx/>
              <a:buFont typeface="Arial"/>
              <a:buChar char="•"/>
              <a:defRPr/>
            </a:pPr>
            <a:r>
              <a:rPr lang="es-ES" sz="1800" b="1"/>
              <a:t> Lineas actuales</a:t>
            </a:r>
            <a:r>
              <a:rPr lang="es-ES" sz="1800" b="1"/>
              <a:t>:</a:t>
            </a:r>
            <a:endParaRPr sz="1800" b="1"/>
          </a:p>
          <a:p>
            <a:pPr marL="742950" lvl="1" indent="-342900" algn="just">
              <a:buFont typeface="Arial"/>
              <a:buChar char="•"/>
              <a:defRPr/>
            </a:pPr>
            <a:r>
              <a:rPr lang="es-ES" sz="1800" b="1" i="0" u="none" strike="noStrike" cap="none" spc="0">
                <a:ln>
                  <a:noFill/>
                </a:ln>
                <a:solidFill>
                  <a:srgbClr val="000000"/>
                </a:solidFill>
                <a:latin typeface="Calibri"/>
                <a:ea typeface="Arial"/>
                <a:cs typeface="Arial"/>
              </a:rPr>
              <a:t>Visualization:</a:t>
            </a:r>
            <a:r>
              <a:rPr lang="en-US" sz="1800" b="1" i="0" u="none" strike="noStrike" cap="none" spc="0">
                <a:ln>
                  <a:noFill/>
                </a:ln>
                <a:solidFill>
                  <a:srgbClr val="000000"/>
                </a:solidFill>
                <a:latin typeface="Calibri"/>
                <a:ea typeface="Arial"/>
                <a:cs typeface="Arial"/>
              </a:rPr>
              <a:t> </a:t>
            </a:r>
            <a:r>
              <a:rPr lang="en-US" sz="1800" b="0" i="0" u="none" strike="noStrike" cap="none" spc="0">
                <a:ln>
                  <a:noFill/>
                </a:ln>
                <a:solidFill>
                  <a:srgbClr val="000000"/>
                </a:solidFill>
                <a:latin typeface="Calibri"/>
                <a:ea typeface="Arial"/>
                <a:cs typeface="Arial"/>
              </a:rPr>
              <a:t>scientific visualization,</a:t>
            </a:r>
            <a:r>
              <a:rPr lang="en-US" sz="1800" b="0" i="0" u="none" strike="noStrike" cap="none" spc="0">
                <a:ln>
                  <a:noFill/>
                </a:ln>
                <a:solidFill>
                  <a:srgbClr val="000000"/>
                </a:solidFill>
                <a:latin typeface="Calibri"/>
                <a:ea typeface="Arial"/>
                <a:cs typeface="Arial"/>
              </a:rPr>
              <a:t> </a:t>
            </a:r>
            <a:r>
              <a:rPr lang="es-ES" sz="1800" b="0" i="0" u="none" strike="noStrike" cap="none" spc="0">
                <a:ln>
                  <a:noFill/>
                </a:ln>
                <a:solidFill>
                  <a:srgbClr val="000000"/>
                </a:solidFill>
                <a:latin typeface="Calibri"/>
                <a:ea typeface="Arial"/>
                <a:cs typeface="Arial"/>
              </a:rPr>
              <a:t>information visualization and e</a:t>
            </a:r>
            <a:r>
              <a:rPr lang="en-US" sz="1800" b="0" i="0" u="none" strike="noStrike" cap="none" spc="0">
                <a:ln>
                  <a:noFill/>
                </a:ln>
                <a:solidFill>
                  <a:srgbClr val="000000"/>
                </a:solidFill>
                <a:latin typeface="Calibri"/>
                <a:ea typeface="Arial"/>
                <a:cs typeface="Arial"/>
              </a:rPr>
              <a:t>xploratory analysis</a:t>
            </a:r>
            <a:endParaRPr lang="en-US" sz="1800" b="0" i="0" u="none" strike="noStrike" cap="none" spc="0">
              <a:ln>
                <a:noFill/>
              </a:ln>
              <a:solidFill>
                <a:srgbClr val="000000"/>
              </a:solidFill>
              <a:latin typeface="Calibri"/>
              <a:ea typeface="Arial"/>
              <a:cs typeface="Arial"/>
            </a:endParaRPr>
          </a:p>
          <a:p>
            <a:pPr marL="742950" lvl="1" indent="-342900" algn="just">
              <a:buFont typeface="Arial"/>
              <a:buChar char="•"/>
              <a:defRPr/>
            </a:pPr>
            <a:r>
              <a:rPr lang="es-ES" sz="1800" b="1" i="0" u="none" strike="noStrike" cap="none" spc="0">
                <a:ln>
                  <a:noFill/>
                </a:ln>
                <a:solidFill>
                  <a:srgbClr val="000000"/>
                </a:solidFill>
                <a:latin typeface="Calibri"/>
                <a:ea typeface="Arial"/>
                <a:cs typeface="Arial"/>
              </a:rPr>
              <a:t>Machine leaning and Deep learning</a:t>
            </a:r>
            <a:endParaRPr/>
          </a:p>
          <a:p>
            <a:pPr marL="342900" indent="-342900" algn="just">
              <a:buFont typeface="Arial"/>
              <a:buChar cha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975095549" name="Shape 143"/>
          <p:cNvSpPr>
            <a:spLocks noGrp="1"/>
          </p:cNvSpPr>
          <p:nvPr>
            <p:ph type="title"/>
          </p:nvPr>
        </p:nvSpPr>
        <p:spPr bwMode="auto">
          <a:xfrm>
            <a:off x="457200" y="260646"/>
            <a:ext cx="8229600" cy="1143000"/>
          </a:xfrm>
          <a:prstGeom prst="rect">
            <a:avLst/>
          </a:prstGeom>
          <a:ln w="12700">
            <a:miter lim="400000"/>
          </a:ln>
        </p:spPr>
        <p:txBody>
          <a:bodyPr vertOverflow="overflow" horzOverflow="overflow" vert="horz" wrap="square" lIns="45718" tIns="45720" rIns="45718" bIns="45720" numCol="1" spcCol="0" rtlCol="0" fromWordArt="0" anchor="ctr" anchorCtr="0" forceAA="0" upright="0" compatLnSpc="0">
            <a:normAutofit fontScale="90000" lnSpcReduction="2000"/>
          </a:bodyPr>
          <a:lstStyle/>
          <a:p>
            <a:pPr algn="ctr">
              <a:lnSpc>
                <a:spcPct val="100000"/>
              </a:lnSpc>
              <a:spcBef>
                <a:spcPts val="0"/>
              </a:spcBef>
              <a:defRPr/>
            </a:pPr>
            <a:r>
              <a:rPr lang="es-ES">
                <a:solidFill>
                  <a:srgbClr val="FFFFFF"/>
                </a:solidFill>
                <a:latin typeface="Calibri"/>
                <a:ea typeface="Arial"/>
                <a:cs typeface="Arial"/>
              </a:rPr>
              <a:t>Computer Graphics and Medical Simulation          </a:t>
            </a:r>
            <a:endParaRPr>
              <a:solidFill>
                <a:srgbClr val="FFFFFF"/>
              </a:solidFill>
              <a:latin typeface="Calibri"/>
              <a:ea typeface="Arial"/>
              <a:cs typeface="Arial"/>
            </a:endParaRPr>
          </a:p>
        </p:txBody>
      </p:sp>
      <p:pic>
        <p:nvPicPr>
          <p:cNvPr id="1473378805" name=""/>
          <p:cNvPicPr>
            <a:picLocks noChangeAspect="1"/>
          </p:cNvPicPr>
          <p:nvPr/>
        </p:nvPicPr>
        <p:blipFill rotWithShape="1">
          <a:blip r:embed="rId4"/>
          <a:stretch/>
        </p:blipFill>
        <p:spPr bwMode="auto">
          <a:xfrm flipH="0" flipV="0">
            <a:off x="737991" y="1886241"/>
            <a:ext cx="3153184" cy="1588658"/>
          </a:xfrm>
          <a:prstGeom prst="rect">
            <a:avLst/>
          </a:prstGeom>
        </p:spPr>
      </p:pic>
      <p:pic>
        <p:nvPicPr>
          <p:cNvPr id="625810283" name="Picture 2" descr="RASim"/>
          <p:cNvPicPr>
            <a:picLocks noChangeAspect="1" noChangeArrowheads="1"/>
          </p:cNvPicPr>
          <p:nvPr/>
        </p:nvPicPr>
        <p:blipFill rotWithShape="1">
          <a:blip r:embed="rId5"/>
          <a:stretch/>
        </p:blipFill>
        <p:spPr bwMode="auto">
          <a:xfrm flipH="0" flipV="0">
            <a:off x="539749" y="3826055"/>
            <a:ext cx="3549668" cy="2438462"/>
          </a:xfrm>
          <a:prstGeom prst="rect">
            <a:avLst/>
          </a:prstGeom>
          <a:noFill/>
        </p:spPr>
      </p:pic>
      <p:sp>
        <p:nvSpPr>
          <p:cNvPr id="1716049326" name=""/>
          <p:cNvSpPr/>
          <p:nvPr/>
        </p:nvSpPr>
        <p:spPr bwMode="auto">
          <a:xfrm>
            <a:off x="4444560" y="3291840"/>
            <a:ext cx="25524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993854388" name=""/>
          <p:cNvPicPr>
            <a:picLocks noChangeAspect="1"/>
          </p:cNvPicPr>
          <p:nvPr/>
        </p:nvPicPr>
        <p:blipFill rotWithShape="1">
          <a:blip r:embed="rId6"/>
          <a:stretch/>
        </p:blipFill>
        <p:spPr bwMode="auto">
          <a:xfrm flipH="0" flipV="0">
            <a:off x="4572000" y="2337543"/>
            <a:ext cx="4217553" cy="3450724"/>
          </a:xfrm>
          <a:prstGeom prst="rect">
            <a:avLst/>
          </a:prstGeom>
        </p:spPr>
      </p:pic>
      <p:pic>
        <p:nvPicPr>
          <p:cNvPr id="1930197267" name=""/>
          <p:cNvPicPr>
            <a:picLocks noChangeAspect="1"/>
          </p:cNvPicPr>
          <p:nvPr/>
        </p:nvPicPr>
        <p:blipFill rotWithShape="1">
          <a:blip r:embed="rId7"/>
          <a:stretch/>
        </p:blipFill>
        <p:spPr bwMode="auto">
          <a:xfrm flipH="0" flipV="0">
            <a:off x="5426580" y="2538711"/>
            <a:ext cx="1636918" cy="1506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649029734" name="Shape 143"/>
          <p:cNvSpPr>
            <a:spLocks noGrp="1"/>
          </p:cNvSpPr>
          <p:nvPr>
            <p:ph type="title"/>
          </p:nvPr>
        </p:nvSpPr>
        <p:spPr bwMode="auto">
          <a:xfrm>
            <a:off x="457200" y="260647"/>
            <a:ext cx="8229600" cy="1143001"/>
          </a:xfrm>
          <a:prstGeom prst="rect">
            <a:avLst/>
          </a:prstGeom>
          <a:ln w="12700">
            <a:miter lim="400000"/>
          </a:ln>
        </p:spPr>
        <p:txBody>
          <a:bodyPr lIns="45719" rIns="45719" anchor="ctr">
            <a:normAutofit/>
          </a:bodyPr>
          <a:lstStyle/>
          <a:p>
            <a:pPr algn="ctr">
              <a:lnSpc>
                <a:spcPct val="100000"/>
              </a:lnSpc>
              <a:spcBef>
                <a:spcPts val="0"/>
              </a:spcBef>
              <a:defRPr/>
            </a:pPr>
            <a:r>
              <a:rPr lang="es-ES" sz="4400" b="0" i="0" u="none" strike="noStrike" cap="none" spc="0">
                <a:ln>
                  <a:noFill/>
                </a:ln>
                <a:solidFill>
                  <a:srgbClr val="FFFFFF"/>
                </a:solidFill>
                <a:latin typeface="Calibri"/>
                <a:ea typeface="Calibri"/>
                <a:cs typeface="Calibri"/>
              </a:rPr>
              <a:t>Projectional Radiography Simulator</a:t>
            </a:r>
            <a:r>
              <a:rPr lang="es-ES">
                <a:solidFill>
                  <a:srgbClr val="FFFFFF"/>
                </a:solidFill>
                <a:latin typeface="Calibri"/>
                <a:ea typeface="Arial"/>
                <a:cs typeface="Arial"/>
              </a:rPr>
              <a:t>      </a:t>
            </a:r>
            <a:endParaRPr>
              <a:solidFill>
                <a:srgbClr val="FFFFFF"/>
              </a:solidFill>
              <a:latin typeface="+mn-lt"/>
              <a:ea typeface="+mn-ea"/>
              <a:cs typeface="+mn-cs"/>
            </a:endParaRPr>
          </a:p>
        </p:txBody>
      </p:sp>
      <p:sp>
        <p:nvSpPr>
          <p:cNvPr id="1809757900" name="Rectángulo 1"/>
          <p:cNvSpPr/>
          <p:nvPr/>
        </p:nvSpPr>
        <p:spPr bwMode="auto">
          <a:xfrm>
            <a:off x="2996258" y="1498616"/>
            <a:ext cx="5974488" cy="5291846"/>
          </a:xfrm>
          <a:prstGeom prst="rect">
            <a:avLst/>
          </a:prstGeom>
          <a:solidFill>
            <a:schemeClr val="bg1"/>
          </a:solidFill>
          <a:ln>
            <a:noFill/>
          </a:ln>
          <a:effectLst>
            <a:outerShdw blurRad="50800" dist="50800" dir="5400000" sx="102000" sy="102000" algn="ctr" rotWithShape="0">
              <a:srgbClr val="000000">
                <a:alpha val="43137"/>
              </a:srgb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a:p>
        </p:txBody>
      </p:sp>
      <p:pic>
        <p:nvPicPr>
          <p:cNvPr id="632379786" name="Picture 2"/>
          <p:cNvPicPr>
            <a:picLocks noChangeAspect="1" noChangeArrowheads="1"/>
          </p:cNvPicPr>
          <p:nvPr/>
        </p:nvPicPr>
        <p:blipFill rotWithShape="1">
          <a:blip r:embed="rId4"/>
          <a:stretch/>
        </p:blipFill>
        <p:spPr bwMode="auto">
          <a:xfrm>
            <a:off x="5958703" y="4305047"/>
            <a:ext cx="2845332" cy="2052000"/>
          </a:xfrm>
          <a:prstGeom prst="rect">
            <a:avLst/>
          </a:prstGeom>
          <a:noFill/>
        </p:spPr>
      </p:pic>
      <p:pic>
        <p:nvPicPr>
          <p:cNvPr id="1560707477" name="Picture 4"/>
          <p:cNvPicPr>
            <a:picLocks noChangeAspect="1" noChangeArrowheads="1"/>
          </p:cNvPicPr>
          <p:nvPr/>
        </p:nvPicPr>
        <p:blipFill rotWithShape="1">
          <a:blip r:embed="rId5"/>
          <a:stretch/>
        </p:blipFill>
        <p:spPr bwMode="auto">
          <a:xfrm>
            <a:off x="5970881" y="1915937"/>
            <a:ext cx="2822908" cy="2052000"/>
          </a:xfrm>
          <a:prstGeom prst="rect">
            <a:avLst/>
          </a:prstGeom>
          <a:noFill/>
        </p:spPr>
      </p:pic>
      <p:pic>
        <p:nvPicPr>
          <p:cNvPr id="1257518279" name="Picture 6"/>
          <p:cNvPicPr>
            <a:picLocks noChangeAspect="1" noChangeArrowheads="1"/>
          </p:cNvPicPr>
          <p:nvPr/>
        </p:nvPicPr>
        <p:blipFill rotWithShape="1">
          <a:blip r:embed="rId6"/>
          <a:stretch/>
        </p:blipFill>
        <p:spPr bwMode="auto">
          <a:xfrm>
            <a:off x="3371970" y="4305048"/>
            <a:ext cx="2095106" cy="2052000"/>
          </a:xfrm>
          <a:prstGeom prst="rect">
            <a:avLst/>
          </a:prstGeom>
          <a:noFill/>
        </p:spPr>
      </p:pic>
      <p:pic>
        <p:nvPicPr>
          <p:cNvPr id="1158545669" name="videoplayback"/>
          <p:cNvPicPr>
            <a:picLocks noChangeAspect="1"/>
          </p:cNvPicPr>
          <p:nvPr>
            <a:videoFile r:link="rId9"/>
          </p:nvPr>
        </p:nvPicPr>
        <p:blipFill rotWithShape="1">
          <a:blip r:embed="rId7"/>
          <a:stretch/>
        </p:blipFill>
        <p:spPr bwMode="auto">
          <a:xfrm>
            <a:off x="3122077" y="1941413"/>
            <a:ext cx="2736000" cy="2052000"/>
          </a:xfrm>
          <a:prstGeom prst="rect">
            <a:avLst/>
          </a:prstGeom>
        </p:spPr>
      </p:pic>
      <p:sp>
        <p:nvSpPr>
          <p:cNvPr id="1898716410" name="CuadroTexto 8"/>
          <p:cNvSpPr txBox="1"/>
          <p:nvPr/>
        </p:nvSpPr>
        <p:spPr bwMode="auto">
          <a:xfrm>
            <a:off x="139359" y="2538332"/>
            <a:ext cx="1852218" cy="2846070"/>
          </a:xfrm>
          <a:prstGeom prst="rect">
            <a:avLst/>
          </a:prstGeom>
        </p:spPr>
        <p:txBody>
          <a:bodyPr vertOverflow="overflow" horzOverflow="overflow" vert="horz" wrap="square" lIns="91440" tIns="45720" rIns="91440" bIns="45720" numCol="1" spcCol="0" rtlCol="0" fromWordArt="0" anchor="ctr" anchorCtr="0" forceAA="0" upright="0" compatLnSpc="0">
            <a:normAutofit fontScale="75000" lnSpcReduction="5000"/>
          </a:bodyPr>
          <a:lstStyle/>
          <a:p>
            <a:pPr>
              <a:lnSpc>
                <a:spcPct val="90000"/>
              </a:lnSpc>
              <a:spcBef>
                <a:spcPts val="0"/>
              </a:spcBef>
              <a:spcAft>
                <a:spcPts val="599"/>
              </a:spcAft>
              <a:defRPr/>
            </a:pPr>
            <a:endParaRPr/>
          </a:p>
          <a:p>
            <a:pPr>
              <a:lnSpc>
                <a:spcPct val="90000"/>
              </a:lnSpc>
              <a:spcBef>
                <a:spcPts val="0"/>
              </a:spcBef>
              <a:spcAft>
                <a:spcPts val="599"/>
              </a:spcAft>
              <a:defRPr/>
            </a:pPr>
            <a:r>
              <a:rPr lang="en-US" sz="1900" i="1">
                <a:solidFill>
                  <a:srgbClr val="333333"/>
                </a:solidFill>
                <a:latin typeface="Roboto"/>
              </a:rPr>
              <a:t>A</a:t>
            </a:r>
            <a:r>
              <a:rPr lang="en-US" sz="1900" b="0" i="1">
                <a:solidFill>
                  <a:srgbClr val="333333"/>
                </a:solidFill>
                <a:latin typeface="Roboto"/>
              </a:rPr>
              <a:t>n interactive learning environment for diagnostic radiography that enables educators to bridge the disconnects between theory and practice</a:t>
            </a:r>
            <a:endParaRPr lang="en-US" sz="1900" i="1">
              <a:latin typeface="Calibri Light"/>
              <a:ea typeface="Arial"/>
              <a:cs typeface="Arial"/>
            </a:endParaRPr>
          </a:p>
          <a:p>
            <a:pPr>
              <a:lnSpc>
                <a:spcPct val="90000"/>
              </a:lnSpc>
              <a:spcBef>
                <a:spcPts val="0"/>
              </a:spcBef>
              <a:spcAft>
                <a:spcPts val="599"/>
              </a:spcAft>
              <a:defRPr/>
            </a:pPr>
            <a:br>
              <a:rPr lang="en-US" sz="1400" b="0" i="1">
                <a:solidFill>
                  <a:srgbClr val="333333"/>
                </a:solidFill>
                <a:latin typeface="Roboto"/>
              </a:rPr>
            </a:br>
            <a:r>
              <a:rPr lang="en-US" sz="1900" u="sng">
                <a:solidFill>
                  <a:srgbClr val="0563C1"/>
                </a:solidFill>
                <a:latin typeface="Calibri"/>
                <a:ea typeface="Calibri"/>
                <a:cs typeface="Times New Roman"/>
              </a:rPr>
              <a:t>https://vg-lab.es/xraysim/</a:t>
            </a:r>
            <a:endParaRPr lang="en-US" sz="1600" i="1">
              <a:latin typeface="Calibri Light"/>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010733745" name="Shape 143"/>
          <p:cNvSpPr>
            <a:spLocks noGrp="1"/>
          </p:cNvSpPr>
          <p:nvPr>
            <p:ph type="title"/>
          </p:nvPr>
        </p:nvSpPr>
        <p:spPr bwMode="auto">
          <a:xfrm>
            <a:off x="457200" y="260646"/>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defRPr/>
            </a:pPr>
            <a:r>
              <a:rPr lang="es-ES" sz="4000" b="0" i="0" u="none" strike="noStrike" cap="none" spc="0">
                <a:ln>
                  <a:noFill/>
                </a:ln>
                <a:solidFill>
                  <a:srgbClr val="FFFFFF"/>
                </a:solidFill>
                <a:latin typeface="Calibri"/>
                <a:ea typeface="Calibri"/>
                <a:cs typeface="Calibri"/>
              </a:rPr>
              <a:t>Simulated X-Ray Image </a:t>
            </a:r>
            <a:r>
              <a:rPr lang="es-ES" sz="4000" b="0" i="0" u="none" strike="noStrike" cap="none" spc="0">
                <a:ln>
                  <a:noFill/>
                </a:ln>
                <a:solidFill>
                  <a:srgbClr val="FFFFFF"/>
                </a:solidFill>
                <a:latin typeface="Calibri"/>
                <a:ea typeface="Calibri"/>
                <a:cs typeface="Calibri"/>
              </a:rPr>
              <a:t>Enhancing</a:t>
            </a:r>
            <a:r>
              <a:rPr lang="es-ES">
                <a:solidFill>
                  <a:srgbClr val="FFFFFF"/>
                </a:solidFill>
                <a:latin typeface="Calibri"/>
                <a:ea typeface="Arial"/>
                <a:cs typeface="Arial"/>
              </a:rPr>
              <a:t>         </a:t>
            </a:r>
            <a:endParaRPr lang="es-ES" sz="4000" b="0" i="0" u="none" strike="noStrike" cap="none" spc="0">
              <a:ln>
                <a:noFill/>
              </a:ln>
              <a:solidFill>
                <a:srgbClr val="FFFFFF"/>
              </a:solidFill>
              <a:latin typeface="Calibri"/>
              <a:cs typeface="Calibri"/>
            </a:endParaRPr>
          </a:p>
        </p:txBody>
      </p:sp>
      <p:sp>
        <p:nvSpPr>
          <p:cNvPr id="1466613396" name=""/>
          <p:cNvSpPr/>
          <p:nvPr/>
        </p:nvSpPr>
        <p:spPr bwMode="auto">
          <a:xfrm flipH="0" flipV="0">
            <a:off x="4380113" y="3245718"/>
            <a:ext cx="24033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1415710549" name="Rectángulo 1"/>
          <p:cNvSpPr/>
          <p:nvPr/>
        </p:nvSpPr>
        <p:spPr bwMode="auto">
          <a:xfrm flipH="0" flipV="0">
            <a:off x="3211349" y="1699271"/>
            <a:ext cx="5608656" cy="4999626"/>
          </a:xfrm>
          <a:prstGeom prst="rect">
            <a:avLst/>
          </a:prstGeom>
          <a:solidFill>
            <a:schemeClr val="bg1"/>
          </a:solidFill>
          <a:ln>
            <a:noFill/>
          </a:ln>
          <a:effectLst>
            <a:outerShdw blurRad="50800" dist="50800" dir="5400000" sx="102000" sy="102000" algn="ctr" rotWithShape="0">
              <a:srgbClr val="000000">
                <a:alpha val="43137"/>
              </a:srgb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a:p>
        </p:txBody>
      </p:sp>
      <p:pic>
        <p:nvPicPr>
          <p:cNvPr id="2064714737" name="Imagen 18" descr="Imagen que contiene interior, hombre, foto, diferente&#10;&#10;Descripción generada automáticamente"/>
          <p:cNvPicPr>
            <a:picLocks noChangeAspect="1"/>
          </p:cNvPicPr>
          <p:nvPr/>
        </p:nvPicPr>
        <p:blipFill rotWithShape="1">
          <a:blip r:embed="rId4"/>
          <a:stretch/>
        </p:blipFill>
        <p:spPr bwMode="auto">
          <a:xfrm flipH="0" flipV="0">
            <a:off x="3332447" y="1901464"/>
            <a:ext cx="5487557" cy="2346060"/>
          </a:xfrm>
          <a:prstGeom prst="rect">
            <a:avLst/>
          </a:prstGeom>
        </p:spPr>
      </p:pic>
      <p:pic>
        <p:nvPicPr>
          <p:cNvPr id="1547703648" name="Imagen 20"/>
          <p:cNvPicPr>
            <a:picLocks noChangeAspect="1"/>
          </p:cNvPicPr>
          <p:nvPr/>
        </p:nvPicPr>
        <p:blipFill rotWithShape="1">
          <a:blip r:embed="rId5"/>
          <a:stretch/>
        </p:blipFill>
        <p:spPr bwMode="auto">
          <a:xfrm flipH="0" flipV="0">
            <a:off x="3678005" y="4241238"/>
            <a:ext cx="1020086" cy="2256266"/>
          </a:xfrm>
          <a:prstGeom prst="rect">
            <a:avLst/>
          </a:prstGeom>
        </p:spPr>
      </p:pic>
      <p:pic>
        <p:nvPicPr>
          <p:cNvPr id="1152906645" name="Imagen 22" descr="Imagen que contiene paraguas, tabla, cama&#10;&#10;Descripción generada automáticamente"/>
          <p:cNvPicPr>
            <a:picLocks noChangeAspect="1"/>
          </p:cNvPicPr>
          <p:nvPr/>
        </p:nvPicPr>
        <p:blipFill rotWithShape="1">
          <a:blip r:embed="rId6"/>
          <a:srcRect l="18457" t="20883" r="22595" b="20555"/>
          <a:stretch/>
        </p:blipFill>
        <p:spPr bwMode="auto">
          <a:xfrm flipH="0" flipV="0">
            <a:off x="5591008" y="4367033"/>
            <a:ext cx="2744127" cy="2044643"/>
          </a:xfrm>
          <a:prstGeom prst="rect">
            <a:avLst/>
          </a:prstGeom>
        </p:spPr>
      </p:pic>
      <p:sp>
        <p:nvSpPr>
          <p:cNvPr id="565901055" name="CuadroTexto 8"/>
          <p:cNvSpPr txBox="1"/>
          <p:nvPr/>
        </p:nvSpPr>
        <p:spPr bwMode="auto">
          <a:xfrm>
            <a:off x="340849" y="1669146"/>
            <a:ext cx="1852218" cy="2846070"/>
          </a:xfrm>
          <a:prstGeom prst="rect">
            <a:avLst/>
          </a:prstGeom>
        </p:spPr>
        <p:txBody>
          <a:bodyPr vertOverflow="overflow" horzOverflow="overflow" vert="horz" wrap="square" lIns="91440" tIns="45720" rIns="91440" bIns="45720" numCol="1" spcCol="0" rtlCol="0" fromWordArt="0" anchor="ctr" anchorCtr="0" forceAA="0" upright="0" compatLnSpc="0">
            <a:normAutofit fontScale="90000" lnSpcReduction="2000"/>
          </a:bodyPr>
          <a:lstStyle/>
          <a:p>
            <a:pPr>
              <a:lnSpc>
                <a:spcPct val="90000"/>
              </a:lnSpc>
              <a:spcBef>
                <a:spcPts val="0"/>
              </a:spcBef>
              <a:spcAft>
                <a:spcPts val="599"/>
              </a:spcAft>
              <a:defRPr/>
            </a:pPr>
            <a:endParaRPr/>
          </a:p>
          <a:p>
            <a:pPr>
              <a:lnSpc>
                <a:spcPct val="90000"/>
              </a:lnSpc>
              <a:spcBef>
                <a:spcPts val="0"/>
              </a:spcBef>
              <a:spcAft>
                <a:spcPts val="599"/>
              </a:spcAft>
              <a:defRPr/>
            </a:pPr>
            <a:r>
              <a:rPr lang="en-US" sz="1900" b="1" i="1">
                <a:solidFill>
                  <a:srgbClr val="333333"/>
                </a:solidFill>
                <a:latin typeface="Roboto"/>
              </a:rPr>
              <a:t>Deterministic simulation</a:t>
            </a:r>
            <a:r>
              <a:rPr lang="en-US" sz="1900" i="1">
                <a:solidFill>
                  <a:srgbClr val="333333"/>
                </a:solidFill>
                <a:latin typeface="Roboto"/>
              </a:rPr>
              <a:t> +</a:t>
            </a:r>
            <a:br>
              <a:rPr lang="en-US" sz="1900" i="1">
                <a:solidFill>
                  <a:srgbClr val="333333"/>
                </a:solidFill>
                <a:latin typeface="Roboto"/>
              </a:rPr>
            </a:br>
            <a:r>
              <a:rPr lang="en-US" sz="1900" b="1" i="1">
                <a:solidFill>
                  <a:srgbClr val="333333"/>
                </a:solidFill>
                <a:latin typeface="Roboto"/>
              </a:rPr>
              <a:t>Deep Learning </a:t>
            </a:r>
            <a:br>
              <a:rPr lang="en-US" sz="1900" i="1">
                <a:solidFill>
                  <a:srgbClr val="333333"/>
                </a:solidFill>
                <a:latin typeface="Roboto"/>
              </a:rPr>
            </a:br>
            <a:r>
              <a:rPr lang="en-US" sz="1900" i="1">
                <a:solidFill>
                  <a:srgbClr val="333333"/>
                </a:solidFill>
                <a:latin typeface="Roboto"/>
              </a:rPr>
              <a:t>to mimic computationally expensive high-quality </a:t>
            </a:r>
            <a:r>
              <a:rPr lang="en-US" sz="1900" i="1">
                <a:solidFill>
                  <a:srgbClr val="333333"/>
                </a:solidFill>
                <a:latin typeface="Roboto"/>
              </a:rPr>
              <a:t>Montecarlo</a:t>
            </a:r>
            <a:r>
              <a:rPr lang="en-US" sz="1900" i="1">
                <a:solidFill>
                  <a:srgbClr val="333333"/>
                </a:solidFill>
                <a:latin typeface="Roboto"/>
              </a:rPr>
              <a:t> simulations</a:t>
            </a:r>
            <a:endParaRPr lang="en-US" sz="1900" i="1">
              <a:latin typeface="Calibri Light"/>
              <a:ea typeface="Arial"/>
              <a:cs typeface="Arial"/>
            </a:endParaRPr>
          </a:p>
          <a:p>
            <a:pPr>
              <a:lnSpc>
                <a:spcPct val="90000"/>
              </a:lnSpc>
              <a:spcBef>
                <a:spcPts val="0"/>
              </a:spcBef>
              <a:spcAft>
                <a:spcPts val="599"/>
              </a:spcAft>
              <a:defRPr/>
            </a:pPr>
            <a:endParaRPr lang="en-US" sz="1900" i="1">
              <a:latin typeface="Calibri Light"/>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862703457" name="Shape 143"/>
          <p:cNvSpPr>
            <a:spLocks noGrp="1"/>
          </p:cNvSpPr>
          <p:nvPr>
            <p:ph type="title"/>
          </p:nvPr>
        </p:nvSpPr>
        <p:spPr bwMode="auto">
          <a:xfrm>
            <a:off x="457200" y="260646"/>
            <a:ext cx="8229600" cy="1143000"/>
          </a:xfrm>
          <a:prstGeom prst="rect">
            <a:avLst/>
          </a:prstGeom>
          <a:ln w="12700">
            <a:miter lim="400000"/>
          </a:ln>
        </p:spPr>
        <p:txBody>
          <a:bodyPr vertOverflow="overflow" horzOverflow="overflow" vert="horz" wrap="square" lIns="45718" tIns="45720" rIns="45718" bIns="45720" numCol="1" spcCol="0" rtlCol="0" fromWordArt="0" anchor="ctr" anchorCtr="0" forceAA="0" upright="0" compatLnSpc="0">
            <a:normAutofit/>
          </a:bodyPr>
          <a:lstStyle/>
          <a:p>
            <a:pPr algn="ctr">
              <a:lnSpc>
                <a:spcPct val="100000"/>
              </a:lnSpc>
              <a:spcBef>
                <a:spcPts val="0"/>
              </a:spcBef>
              <a:defRPr/>
            </a:pPr>
            <a:r>
              <a:rPr lang="es-ES">
                <a:solidFill>
                  <a:srgbClr val="FFFFFF"/>
                </a:solidFill>
                <a:latin typeface="Calibri"/>
                <a:ea typeface="Arial"/>
                <a:cs typeface="Arial"/>
              </a:rPr>
              <a:t>VG-Lab in HPB    </a:t>
            </a:r>
            <a:endParaRPr>
              <a:solidFill>
                <a:srgbClr val="FFFFFF"/>
              </a:solidFill>
              <a:latin typeface="Calibri"/>
              <a:ea typeface="Arial"/>
              <a:cs typeface="Arial"/>
            </a:endParaRPr>
          </a:p>
        </p:txBody>
      </p:sp>
      <p:sp>
        <p:nvSpPr>
          <p:cNvPr id="919274484" name=""/>
          <p:cNvSpPr/>
          <p:nvPr/>
        </p:nvSpPr>
        <p:spPr bwMode="auto">
          <a:xfrm>
            <a:off x="4444560" y="3291840"/>
            <a:ext cx="255240" cy="366118"/>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1792673128" name=""/>
          <p:cNvSpPr/>
          <p:nvPr/>
        </p:nvSpPr>
        <p:spPr bwMode="auto">
          <a:xfrm flipH="0" flipV="0">
            <a:off x="457200" y="1752599"/>
            <a:ext cx="8236439" cy="3749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000000"/>
                </a:solidFill>
                <a:latin typeface="Times New Roman"/>
                <a:ea typeface="Times New Roman"/>
                <a:cs typeface="Times New Roman"/>
              </a:rPr>
              <a:t>Ramp-Up</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T7.3.2 – Neuroscience-specific visualization</a:t>
            </a:r>
            <a:endParaRPr sz="2000" b="0" i="0" u="none">
              <a:solidFill>
                <a:srgbClr val="000000"/>
              </a:solidFill>
              <a:latin typeface="Times New Roman"/>
              <a:ea typeface="Times New Roman"/>
              <a:cs typeface="Times New Roman"/>
            </a:endParaRPr>
          </a:p>
          <a:p>
            <a:pPr lvl="0">
              <a:defRPr/>
            </a:pPr>
            <a:r>
              <a:rPr sz="2000" b="1" i="0" u="none">
                <a:solidFill>
                  <a:srgbClr val="000000"/>
                </a:solidFill>
                <a:latin typeface="Times New Roman"/>
                <a:ea typeface="Times New Roman"/>
                <a:cs typeface="Times New Roman"/>
              </a:rPr>
              <a:t>SGA1</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T1.4.2 – Visual analysis tools for microanatomical data</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T7.3.2 – Neuroscience-specific visualization</a:t>
            </a:r>
            <a:endParaRPr sz="2600"/>
          </a:p>
          <a:p>
            <a:pPr>
              <a:defRPr/>
            </a:pPr>
            <a:r>
              <a:rPr sz="2000" b="1" i="0" u="none">
                <a:solidFill>
                  <a:srgbClr val="000000"/>
                </a:solidFill>
                <a:latin typeface="Times New Roman"/>
                <a:ea typeface="Times New Roman"/>
                <a:cs typeface="Times New Roman"/>
              </a:rPr>
              <a:t>SGA2</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T1.4.4 – Towards an integrated framework for the acquisition and early analysis of microanatomical data </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T7.3.8 – In-situ visual analysis of simulation data</a:t>
            </a:r>
            <a:endParaRPr sz="2600"/>
          </a:p>
          <a:p>
            <a:pPr marL="705958" lvl="1" indent="-305908">
              <a:buClrTx/>
              <a:buSzTx/>
              <a:buFont typeface="Arial"/>
              <a:buChar char="•"/>
              <a:defRPr/>
            </a:pPr>
            <a:r>
              <a:rPr sz="2000" b="0" i="0" u="none">
                <a:solidFill>
                  <a:srgbClr val="000000"/>
                </a:solidFill>
                <a:latin typeface="Times New Roman"/>
                <a:ea typeface="Times New Roman"/>
                <a:cs typeface="Times New Roman"/>
              </a:rPr>
              <a:t>T7.3.9 – Low-level visualisation backend</a:t>
            </a:r>
            <a:endParaRPr sz="2600"/>
          </a:p>
          <a:p>
            <a:pPr>
              <a:defRPr/>
            </a:pPr>
            <a:r>
              <a:rPr sz="2000" b="1" i="0" u="none">
                <a:solidFill>
                  <a:srgbClr val="000000"/>
                </a:solidFill>
                <a:latin typeface="Times New Roman"/>
                <a:ea typeface="Times New Roman"/>
                <a:cs typeface="Times New Roman"/>
              </a:rPr>
              <a:t>SGA3</a:t>
            </a:r>
            <a:endParaRPr sz="2600"/>
          </a:p>
          <a:p>
            <a:pPr marL="705958" lvl="2" indent="-305908">
              <a:buClrTx/>
              <a:buSzTx/>
              <a:buFont typeface="Arial"/>
              <a:buChar char="•"/>
              <a:defRPr/>
            </a:pPr>
            <a:r>
              <a:rPr sz="2000" b="0" i="0" u="none">
                <a:solidFill>
                  <a:srgbClr val="000000"/>
                </a:solidFill>
                <a:latin typeface="Times New Roman"/>
                <a:ea typeface="Times New Roman"/>
                <a:cs typeface="Times New Roman"/>
              </a:rPr>
              <a:t>T5.7 – Visualisation framework (SC3)</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495348293" name="Shape 143"/>
          <p:cNvSpPr>
            <a:spLocks noGrp="1"/>
          </p:cNvSpPr>
          <p:nvPr>
            <p:ph type="title"/>
          </p:nvPr>
        </p:nvSpPr>
        <p:spPr bwMode="auto">
          <a:xfrm>
            <a:off x="457200" y="260645"/>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a:solidFill>
                  <a:srgbClr val="FFFFFF"/>
                </a:solidFill>
                <a:latin typeface="Calibri"/>
                <a:ea typeface="Arial"/>
                <a:cs typeface="Arial"/>
              </a:rPr>
              <a:t>Visualization ecosystem</a:t>
            </a:r>
            <a:endParaRPr>
              <a:solidFill>
                <a:srgbClr val="FFFFFF"/>
              </a:solidFill>
              <a:latin typeface="Calibri"/>
              <a:ea typeface="Arial"/>
              <a:cs typeface="Arial"/>
            </a:endParaRPr>
          </a:p>
        </p:txBody>
      </p:sp>
      <p:sp>
        <p:nvSpPr>
          <p:cNvPr id="1972327959" name=""/>
          <p:cNvSpPr/>
          <p:nvPr/>
        </p:nvSpPr>
        <p:spPr bwMode="auto">
          <a:xfrm>
            <a:off x="4444560" y="3291840"/>
            <a:ext cx="255240" cy="366117"/>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1964817408" name="Marcador de contenido 4" descr="Imagen que contiene Escala de tiempo&#10;&#10;Descripción generada automáticamente"/>
          <p:cNvPicPr>
            <a:picLocks noChangeAspect="1" noGrp="1"/>
          </p:cNvPicPr>
          <p:nvPr/>
        </p:nvPicPr>
        <p:blipFill rotWithShape="1">
          <a:blip r:embed="rId4"/>
          <a:stretch/>
        </p:blipFill>
        <p:spPr bwMode="auto">
          <a:xfrm flipH="0" flipV="0">
            <a:off x="1483869" y="1638299"/>
            <a:ext cx="6431859" cy="4816018"/>
          </a:xfrm>
        </p:spPr>
      </p:pic>
      <p:sp>
        <p:nvSpPr>
          <p:cNvPr id="426367627" name=""/>
          <p:cNvSpPr txBox="1"/>
          <p:nvPr/>
        </p:nvSpPr>
        <p:spPr bwMode="auto">
          <a:xfrm rot="0" flipH="0" flipV="0">
            <a:off x="2737004" y="2560320"/>
            <a:ext cx="3669990" cy="1737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ffmpeg -i media10.avi \</a:t>
            </a:r>
            <a:endParaRPr/>
          </a:p>
          <a:p>
            <a:pPr algn="l">
              <a:defRPr/>
            </a:pPr>
            <a:r>
              <a:rPr/>
              <a:t>  -map 0:v:0 -map 0:a? \</a:t>
            </a:r>
            <a:endParaRPr/>
          </a:p>
          <a:p>
            <a:pPr algn="l">
              <a:defRPr/>
            </a:pPr>
            <a:r>
              <a:rPr/>
              <a:t>  -c:v libx264 -crf 18 -preset medium \</a:t>
            </a:r>
            <a:endParaRPr/>
          </a:p>
          <a:p>
            <a:pPr algn="l">
              <a:defRPr/>
            </a:pPr>
            <a:r>
              <a:rPr/>
              <a:t>  -c:a aac -b:a 192k \</a:t>
            </a:r>
            <a:endParaRPr/>
          </a:p>
          <a:p>
            <a:pPr algn="l">
              <a:defRPr/>
            </a:pPr>
            <a:r>
              <a:rPr/>
              <a:t>  -movflags +faststart \</a:t>
            </a:r>
            <a:endParaRPr/>
          </a:p>
          <a:p>
            <a:pPr algn="l">
              <a:defRPr/>
            </a:pPr>
            <a:r>
              <a:rPr/>
              <a:t>  media10.mp4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396962338" name="Shape 143"/>
          <p:cNvSpPr>
            <a:spLocks noGrp="1"/>
          </p:cNvSpPr>
          <p:nvPr>
            <p:ph type="title"/>
          </p:nvPr>
        </p:nvSpPr>
        <p:spPr bwMode="auto">
          <a:xfrm>
            <a:off x="457200" y="260646"/>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sz="4000" b="0" i="0" u="none" strike="noStrike" cap="none" spc="0">
                <a:ln>
                  <a:noFill/>
                </a:ln>
                <a:solidFill>
                  <a:srgbClr val="FFFFFF"/>
                </a:solidFill>
                <a:latin typeface="Calibri"/>
                <a:ea typeface="Calibri"/>
                <a:cs typeface="Calibri"/>
              </a:rPr>
              <a:t>Melvin</a:t>
            </a:r>
            <a:r>
              <a:rPr lang="es-ES">
                <a:solidFill>
                  <a:srgbClr val="FFFFFF"/>
                </a:solidFill>
                <a:latin typeface="Calibri"/>
                <a:ea typeface="Arial"/>
                <a:cs typeface="Arial"/>
              </a:rPr>
              <a:t>          </a:t>
            </a:r>
            <a:endParaRPr>
              <a:solidFill>
                <a:srgbClr val="FFFFFF"/>
              </a:solidFill>
              <a:latin typeface="Calibri"/>
              <a:ea typeface="Arial"/>
              <a:cs typeface="Arial"/>
            </a:endParaRPr>
          </a:p>
        </p:txBody>
      </p:sp>
      <p:sp>
        <p:nvSpPr>
          <p:cNvPr id="233350741" name=""/>
          <p:cNvSpPr/>
          <p:nvPr/>
        </p:nvSpPr>
        <p:spPr bwMode="auto">
          <a:xfrm flipH="0" flipV="0">
            <a:off x="4793035" y="4230479"/>
            <a:ext cx="246848"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1458605754" name="Rectángulo 1"/>
          <p:cNvSpPr/>
          <p:nvPr/>
        </p:nvSpPr>
        <p:spPr bwMode="auto">
          <a:xfrm flipH="0" flipV="0">
            <a:off x="3274068" y="1626219"/>
            <a:ext cx="5761206" cy="5156387"/>
          </a:xfrm>
          <a:prstGeom prst="rect">
            <a:avLst/>
          </a:prstGeom>
          <a:solidFill>
            <a:schemeClr val="bg1"/>
          </a:solidFill>
          <a:ln>
            <a:noFill/>
          </a:ln>
          <a:effectLst>
            <a:outerShdw blurRad="50800" dist="50800" dir="5400000" sx="102000" sy="102000" algn="ctr" rotWithShape="0">
              <a:srgbClr val="000000">
                <a:alpha val="43137"/>
              </a:srgb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a:p>
        </p:txBody>
      </p:sp>
      <p:pic>
        <p:nvPicPr>
          <p:cNvPr id="1651525776" name="Picture 2"/>
          <p:cNvPicPr>
            <a:picLocks noChangeAspect="1" noChangeArrowheads="1"/>
          </p:cNvPicPr>
          <p:nvPr/>
        </p:nvPicPr>
        <p:blipFill rotWithShape="1">
          <a:blip r:embed="rId4"/>
          <a:stretch/>
        </p:blipFill>
        <p:spPr bwMode="auto">
          <a:xfrm flipH="0" flipV="0">
            <a:off x="6294154" y="1887833"/>
            <a:ext cx="2706391" cy="1912515"/>
          </a:xfrm>
          <a:prstGeom prst="rect">
            <a:avLst/>
          </a:prstGeom>
          <a:noFill/>
        </p:spPr>
      </p:pic>
      <p:pic>
        <p:nvPicPr>
          <p:cNvPr id="383498866" name="Picture 6"/>
          <p:cNvPicPr>
            <a:picLocks noChangeAspect="1" noChangeArrowheads="1"/>
          </p:cNvPicPr>
          <p:nvPr/>
        </p:nvPicPr>
        <p:blipFill rotWithShape="1">
          <a:blip r:embed="rId5"/>
          <a:stretch/>
        </p:blipFill>
        <p:spPr bwMode="auto">
          <a:xfrm flipH="0" flipV="0">
            <a:off x="3389163" y="4569344"/>
            <a:ext cx="2706391" cy="1912515"/>
          </a:xfrm>
          <a:prstGeom prst="rect">
            <a:avLst/>
          </a:prstGeom>
          <a:noFill/>
        </p:spPr>
      </p:pic>
      <p:pic>
        <p:nvPicPr>
          <p:cNvPr id="1318408815" name="Picture 4"/>
          <p:cNvPicPr>
            <a:picLocks noChangeAspect="1" noChangeArrowheads="1"/>
          </p:cNvPicPr>
          <p:nvPr/>
        </p:nvPicPr>
        <p:blipFill rotWithShape="1">
          <a:blip r:embed="rId6"/>
          <a:stretch/>
        </p:blipFill>
        <p:spPr bwMode="auto">
          <a:xfrm flipH="0" flipV="0">
            <a:off x="6298222" y="4569343"/>
            <a:ext cx="2706391" cy="1912515"/>
          </a:xfrm>
          <a:prstGeom prst="rect">
            <a:avLst/>
          </a:prstGeom>
          <a:noFill/>
        </p:spPr>
      </p:pic>
      <p:pic>
        <p:nvPicPr>
          <p:cNvPr id="2066184930" name="SnapSave.io-MeLVin(360p)"/>
          <p:cNvPicPr>
            <a:picLocks noChangeAspect="1"/>
          </p:cNvPicPr>
          <p:nvPr>
            <a:videoFile r:link="rId9"/>
          </p:nvPr>
        </p:nvPicPr>
        <p:blipFill rotWithShape="1">
          <a:blip r:embed="rId7"/>
          <a:stretch/>
        </p:blipFill>
        <p:spPr bwMode="auto">
          <a:xfrm flipH="0" flipV="0">
            <a:off x="3465395" y="1888573"/>
            <a:ext cx="2549034" cy="1911776"/>
          </a:xfrm>
          <a:prstGeom prst="rect">
            <a:avLst/>
          </a:prstGeom>
        </p:spPr>
      </p:pic>
      <p:sp>
        <p:nvSpPr>
          <p:cNvPr id="1633801762" name="CuadroTexto 12"/>
          <p:cNvSpPr txBox="1"/>
          <p:nvPr/>
        </p:nvSpPr>
        <p:spPr bwMode="auto">
          <a:xfrm>
            <a:off x="340849" y="1767477"/>
            <a:ext cx="1852218" cy="2846070"/>
          </a:xfrm>
          <a:prstGeom prst="rect">
            <a:avLst/>
          </a:prstGeom>
        </p:spPr>
        <p:txBody>
          <a:bodyPr vert="horz" lIns="91440" tIns="45720" rIns="91440" bIns="45720" rtlCol="0" anchor="ctr">
            <a:normAutofit/>
          </a:bodyPr>
          <a:lstStyle/>
          <a:p>
            <a:pPr>
              <a:lnSpc>
                <a:spcPct val="90000"/>
              </a:lnSpc>
              <a:spcBef>
                <a:spcPts val="0"/>
              </a:spcBef>
              <a:spcAft>
                <a:spcPts val="599"/>
              </a:spcAft>
              <a:defRPr/>
            </a:pPr>
            <a:endParaRPr/>
          </a:p>
          <a:p>
            <a:pPr>
              <a:lnSpc>
                <a:spcPct val="90000"/>
              </a:lnSpc>
              <a:spcBef>
                <a:spcPts val="0"/>
              </a:spcBef>
              <a:spcAft>
                <a:spcPts val="599"/>
              </a:spcAft>
              <a:defRPr/>
            </a:pPr>
            <a:r>
              <a:rPr lang="en-US" sz="1600" b="0" i="1">
                <a:solidFill>
                  <a:srgbClr val="333333"/>
                </a:solidFill>
                <a:latin typeface="Roboto"/>
              </a:rPr>
              <a:t>A graphical meta-framework for prototyping data visualization and exploratory analysis</a:t>
            </a:r>
            <a:endParaRPr/>
          </a:p>
          <a:p>
            <a:pPr>
              <a:lnSpc>
                <a:spcPct val="90000"/>
              </a:lnSpc>
              <a:spcBef>
                <a:spcPts val="0"/>
              </a:spcBef>
              <a:spcAft>
                <a:spcPts val="599"/>
              </a:spcAft>
              <a:defRPr/>
            </a:pPr>
            <a:br>
              <a:rPr lang="en-US" sz="1400" b="0" i="1">
                <a:solidFill>
                  <a:srgbClr val="333333"/>
                </a:solidFill>
                <a:latin typeface="Roboto"/>
              </a:rPr>
            </a:br>
            <a:endParaRPr lang="es-ES" sz="1600">
              <a:latin typeface="Calibri"/>
              <a:ea typeface="Calibri"/>
              <a:cs typeface="Times New Roman"/>
            </a:endParaRPr>
          </a:p>
          <a:p>
            <a:pPr>
              <a:lnSpc>
                <a:spcPct val="90000"/>
              </a:lnSpc>
              <a:spcBef>
                <a:spcPts val="0"/>
              </a:spcBef>
              <a:spcAft>
                <a:spcPts val="599"/>
              </a:spcAft>
              <a:defRPr/>
            </a:pPr>
            <a:endParaRPr lang="en-US" sz="1400" i="1">
              <a:latin typeface="Calibri Light"/>
              <a:ea typeface="Arial"/>
              <a:cs typeface="Arial"/>
            </a:endParaRPr>
          </a:p>
        </p:txBody>
      </p:sp>
      <p:sp>
        <p:nvSpPr>
          <p:cNvPr id="697502571" name=""/>
          <p:cNvSpPr txBox="1"/>
          <p:nvPr/>
        </p:nvSpPr>
        <p:spPr bwMode="auto">
          <a:xfrm rot="0" flipH="0" flipV="0">
            <a:off x="2737004" y="2560320"/>
            <a:ext cx="3669990" cy="1737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ffmpeg -i media10.avi \</a:t>
            </a:r>
            <a:endParaRPr/>
          </a:p>
          <a:p>
            <a:pPr algn="l">
              <a:defRPr/>
            </a:pPr>
            <a:r>
              <a:rPr/>
              <a:t>  -map 0:v:0 -map 0:a? \</a:t>
            </a:r>
            <a:endParaRPr/>
          </a:p>
          <a:p>
            <a:pPr algn="l">
              <a:defRPr/>
            </a:pPr>
            <a:r>
              <a:rPr/>
              <a:t>  -c:v libx264 -crf 18 -preset medium \</a:t>
            </a:r>
            <a:endParaRPr/>
          </a:p>
          <a:p>
            <a:pPr algn="l">
              <a:defRPr/>
            </a:pPr>
            <a:r>
              <a:rPr/>
              <a:t>  -c:a aac -b:a 192k \</a:t>
            </a:r>
            <a:endParaRPr/>
          </a:p>
          <a:p>
            <a:pPr algn="l">
              <a:defRPr/>
            </a:pPr>
            <a:r>
              <a:rPr/>
              <a:t>  -movflags +faststart \</a:t>
            </a:r>
            <a:endParaRPr/>
          </a:p>
          <a:p>
            <a:pPr algn="l">
              <a:defRPr/>
            </a:pPr>
            <a:r>
              <a:rPr/>
              <a:t>  media10.mp4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839135617" name="Shape 143"/>
          <p:cNvSpPr>
            <a:spLocks noGrp="1"/>
          </p:cNvSpPr>
          <p:nvPr>
            <p:ph type="title"/>
          </p:nvPr>
        </p:nvSpPr>
        <p:spPr bwMode="auto">
          <a:xfrm>
            <a:off x="457200" y="260645"/>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a:solidFill>
                  <a:srgbClr val="FFFFFF"/>
                </a:solidFill>
                <a:latin typeface="Calibri"/>
                <a:ea typeface="Arial"/>
                <a:cs typeface="Arial"/>
              </a:rPr>
              <a:t>VG-Lab in HPB    </a:t>
            </a:r>
            <a:endParaRPr>
              <a:solidFill>
                <a:srgbClr val="FFFFFF"/>
              </a:solidFill>
              <a:latin typeface="Calibri"/>
              <a:ea typeface="Arial"/>
              <a:cs typeface="Arial"/>
            </a:endParaRPr>
          </a:p>
        </p:txBody>
      </p:sp>
      <p:sp>
        <p:nvSpPr>
          <p:cNvPr id="72533822" name=""/>
          <p:cNvSpPr/>
          <p:nvPr/>
        </p:nvSpPr>
        <p:spPr bwMode="auto">
          <a:xfrm>
            <a:off x="4444560" y="3291840"/>
            <a:ext cx="255240" cy="366117"/>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2086846877" name=""/>
          <p:cNvSpPr/>
          <p:nvPr/>
        </p:nvSpPr>
        <p:spPr bwMode="auto">
          <a:xfrm flipH="0" flipV="0">
            <a:off x="457200" y="1752598"/>
            <a:ext cx="8239678" cy="38408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000000"/>
                </a:solidFill>
                <a:latin typeface="Times New Roman"/>
                <a:ea typeface="Times New Roman"/>
                <a:cs typeface="Times New Roman"/>
              </a:rPr>
              <a:t>Ramp-Up</a:t>
            </a:r>
            <a:endParaRPr sz="2600"/>
          </a:p>
          <a:p>
            <a:pPr marL="705957" lvl="1" indent="-305907">
              <a:buClrTx/>
              <a:buSzTx/>
              <a:buFont typeface="Arial"/>
              <a:buChar char="•"/>
              <a:defRPr/>
            </a:pPr>
            <a:r>
              <a:rPr sz="2000" b="0" i="0" u="none">
                <a:solidFill>
                  <a:srgbClr val="000000"/>
                </a:solidFill>
                <a:latin typeface="Times New Roman"/>
                <a:ea typeface="Times New Roman"/>
                <a:cs typeface="Times New Roman"/>
              </a:rPr>
              <a:t>T7.3.2 – Neuroscience-specific visualization</a:t>
            </a:r>
            <a:endParaRPr sz="2000" b="0" i="0" u="none">
              <a:solidFill>
                <a:srgbClr val="000000"/>
              </a:solidFill>
              <a:latin typeface="Times New Roman"/>
              <a:ea typeface="Times New Roman"/>
              <a:cs typeface="Times New Roman"/>
            </a:endParaRPr>
          </a:p>
          <a:p>
            <a:pPr lvl="0">
              <a:defRPr/>
            </a:pPr>
            <a:r>
              <a:rPr sz="2000" b="1" i="0" u="none">
                <a:solidFill>
                  <a:srgbClr val="000000"/>
                </a:solidFill>
                <a:latin typeface="Times New Roman"/>
                <a:ea typeface="Times New Roman"/>
                <a:cs typeface="Times New Roman"/>
              </a:rPr>
              <a:t>SGA1</a:t>
            </a:r>
            <a:endParaRPr sz="2600"/>
          </a:p>
          <a:p>
            <a:pPr marL="705957" lvl="1" indent="-305907">
              <a:buClrTx/>
              <a:buSzTx/>
              <a:buFont typeface="Arial"/>
              <a:buChar char="•"/>
              <a:defRPr/>
            </a:pPr>
            <a:r>
              <a:rPr lang="es-ES"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T1.4.2 – Visual analysis tools for microanatomical data</a:t>
            </a:r>
            <a:r>
              <a:rPr lang="es-ES" sz="2600"/>
              <a:t>**</a:t>
            </a:r>
            <a:endParaRPr sz="2600"/>
          </a:p>
          <a:p>
            <a:pPr marL="705957" lvl="1" indent="-305907">
              <a:buClrTx/>
              <a:buSzTx/>
              <a:buFont typeface="Arial"/>
              <a:buChar char="•"/>
              <a:defRPr/>
            </a:pPr>
            <a:r>
              <a:rPr sz="2000" b="0" i="0" u="none">
                <a:solidFill>
                  <a:srgbClr val="000000"/>
                </a:solidFill>
                <a:latin typeface="Times New Roman"/>
                <a:ea typeface="Times New Roman"/>
                <a:cs typeface="Times New Roman"/>
              </a:rPr>
              <a:t>T7.3.2 – Neuroscience-specific visualization</a:t>
            </a:r>
            <a:endParaRPr sz="2600"/>
          </a:p>
          <a:p>
            <a:pPr>
              <a:defRPr/>
            </a:pPr>
            <a:r>
              <a:rPr sz="2000" b="1" i="0" u="none">
                <a:solidFill>
                  <a:srgbClr val="000000"/>
                </a:solidFill>
                <a:latin typeface="Times New Roman"/>
                <a:ea typeface="Times New Roman"/>
                <a:cs typeface="Times New Roman"/>
              </a:rPr>
              <a:t>SGA2</a:t>
            </a:r>
            <a:endParaRPr sz="2600"/>
          </a:p>
          <a:p>
            <a:pPr marL="705957" lvl="1" indent="-305907">
              <a:buClrTx/>
              <a:buSzTx/>
              <a:buFont typeface="Arial"/>
              <a:buChar char="•"/>
              <a:defRPr/>
            </a:pPr>
            <a:r>
              <a:rPr sz="2000" b="0" i="0" u="none">
                <a:solidFill>
                  <a:srgbClr val="000000"/>
                </a:solidFill>
                <a:latin typeface="Times New Roman"/>
                <a:ea typeface="Times New Roman"/>
                <a:cs typeface="Times New Roman"/>
              </a:rPr>
              <a:t>T1.4.4 – </a:t>
            </a:r>
            <a:r>
              <a:rPr lang="es-ES" sz="2000" b="0" i="0" u="none">
                <a:solidFill>
                  <a:srgbClr val="000000"/>
                </a:solidFill>
                <a:latin typeface="Times New Roman"/>
                <a:ea typeface="Times New Roman"/>
                <a:cs typeface="Times New Roman"/>
              </a:rPr>
              <a:t>**</a:t>
            </a:r>
            <a:r>
              <a:rPr sz="2000" b="0" i="0" u="none">
                <a:solidFill>
                  <a:srgbClr val="000000"/>
                </a:solidFill>
                <a:latin typeface="Times New Roman"/>
                <a:ea typeface="Times New Roman"/>
                <a:cs typeface="Times New Roman"/>
              </a:rPr>
              <a:t>Towards an integrated framework for the acquisition and early analysis of microanatomical data</a:t>
            </a:r>
            <a:r>
              <a:rPr lang="es-ES" sz="2000" b="0" i="0" u="none">
                <a:solidFill>
                  <a:srgbClr val="000000"/>
                </a:solidFill>
                <a:latin typeface="Times New Roman"/>
                <a:ea typeface="Times New Roman"/>
                <a:cs typeface="Times New Roman"/>
              </a:rPr>
              <a:t>**</a:t>
            </a:r>
            <a:endParaRPr sz="2600"/>
          </a:p>
          <a:p>
            <a:pPr marL="705957" lvl="1" indent="-305907">
              <a:buClrTx/>
              <a:buSzTx/>
              <a:buFont typeface="Arial"/>
              <a:buChar char="•"/>
              <a:defRPr/>
            </a:pPr>
            <a:r>
              <a:rPr sz="2000" b="0" i="0" u="none">
                <a:solidFill>
                  <a:srgbClr val="000000"/>
                </a:solidFill>
                <a:latin typeface="Times New Roman"/>
                <a:ea typeface="Times New Roman"/>
                <a:cs typeface="Times New Roman"/>
              </a:rPr>
              <a:t>T7.3.8 – In-situ visual analysis of simulation data</a:t>
            </a:r>
            <a:endParaRPr sz="2600"/>
          </a:p>
          <a:p>
            <a:pPr marL="705957" lvl="1" indent="-305907">
              <a:buClrTx/>
              <a:buSzTx/>
              <a:buFont typeface="Arial"/>
              <a:buChar char="•"/>
              <a:defRPr/>
            </a:pPr>
            <a:r>
              <a:rPr sz="2000" b="0" i="0" u="none">
                <a:solidFill>
                  <a:srgbClr val="000000"/>
                </a:solidFill>
                <a:latin typeface="Times New Roman"/>
                <a:ea typeface="Times New Roman"/>
                <a:cs typeface="Times New Roman"/>
              </a:rPr>
              <a:t>T7.3.9 – Low-level visualisation backend</a:t>
            </a:r>
            <a:endParaRPr sz="2600"/>
          </a:p>
          <a:p>
            <a:pPr>
              <a:defRPr/>
            </a:pPr>
            <a:r>
              <a:rPr sz="2000" b="1" i="0" u="none">
                <a:solidFill>
                  <a:srgbClr val="000000"/>
                </a:solidFill>
                <a:latin typeface="Times New Roman"/>
                <a:ea typeface="Times New Roman"/>
                <a:cs typeface="Times New Roman"/>
              </a:rPr>
              <a:t>SGA3</a:t>
            </a:r>
            <a:endParaRPr sz="2600"/>
          </a:p>
          <a:p>
            <a:pPr marL="705957" lvl="2" indent="-305907">
              <a:buClrTx/>
              <a:buSzTx/>
              <a:buFont typeface="Arial"/>
              <a:buChar char="•"/>
              <a:defRPr/>
            </a:pPr>
            <a:r>
              <a:rPr sz="2000" b="0" i="0" u="none">
                <a:solidFill>
                  <a:srgbClr val="000000"/>
                </a:solidFill>
                <a:latin typeface="Times New Roman"/>
                <a:ea typeface="Times New Roman"/>
                <a:cs typeface="Times New Roman"/>
              </a:rPr>
              <a:t>T5.7 – Visualisation framework (SC3)</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491823582" name="Shape 143"/>
          <p:cNvSpPr>
            <a:spLocks noGrp="1"/>
          </p:cNvSpPr>
          <p:nvPr>
            <p:ph type="title"/>
          </p:nvPr>
        </p:nvSpPr>
        <p:spPr bwMode="auto">
          <a:xfrm>
            <a:off x="457200" y="260645"/>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sz="4400" b="0" i="0" u="none" strike="noStrike" cap="none" spc="0">
                <a:ln>
                  <a:noFill/>
                </a:ln>
                <a:solidFill>
                  <a:srgbClr val="FFFFFF"/>
                </a:solidFill>
                <a:latin typeface="Calibri"/>
                <a:ea typeface="Calibri"/>
                <a:cs typeface="Calibri"/>
              </a:rPr>
              <a:t>DeepSpineNet</a:t>
            </a:r>
            <a:endParaRPr>
              <a:solidFill>
                <a:srgbClr val="FFFFFF"/>
              </a:solidFill>
              <a:latin typeface="Calibri"/>
              <a:ea typeface="Arial"/>
              <a:cs typeface="Arial"/>
            </a:endParaRPr>
          </a:p>
        </p:txBody>
      </p:sp>
      <p:sp>
        <p:nvSpPr>
          <p:cNvPr id="1439183931" name=""/>
          <p:cNvSpPr/>
          <p:nvPr/>
        </p:nvSpPr>
        <p:spPr bwMode="auto">
          <a:xfrm>
            <a:off x="4573276" y="4321569"/>
            <a:ext cx="255240" cy="366117"/>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808115530" name="Rectángulo 1"/>
          <p:cNvSpPr/>
          <p:nvPr/>
        </p:nvSpPr>
        <p:spPr bwMode="auto">
          <a:xfrm>
            <a:off x="3054309" y="1571548"/>
            <a:ext cx="5974488" cy="5291846"/>
          </a:xfrm>
          <a:prstGeom prst="rect">
            <a:avLst/>
          </a:prstGeom>
          <a:solidFill>
            <a:schemeClr val="bg1"/>
          </a:solidFill>
          <a:ln>
            <a:noFill/>
          </a:ln>
          <a:effectLst>
            <a:outerShdw blurRad="50800" dist="50800" dir="5400000" sx="102000" sy="102000" algn="ctr" rotWithShape="0">
              <a:srgbClr val="000000">
                <a:alpha val="43137"/>
              </a:srgb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a:p>
        </p:txBody>
      </p:sp>
      <p:pic>
        <p:nvPicPr>
          <p:cNvPr id="412195975" name="Picture 4"/>
          <p:cNvPicPr>
            <a:picLocks noChangeAspect="1" noChangeArrowheads="1"/>
          </p:cNvPicPr>
          <p:nvPr/>
        </p:nvPicPr>
        <p:blipFill rotWithShape="1">
          <a:blip r:embed="rId4"/>
          <a:stretch/>
        </p:blipFill>
        <p:spPr bwMode="auto">
          <a:xfrm>
            <a:off x="6051864" y="4443589"/>
            <a:ext cx="2880000" cy="2160000"/>
          </a:xfrm>
          <a:prstGeom prst="rect">
            <a:avLst/>
          </a:prstGeom>
          <a:noFill/>
        </p:spPr>
      </p:pic>
      <p:pic>
        <p:nvPicPr>
          <p:cNvPr id="1419470627" name="DSNet2"/>
          <p:cNvPicPr>
            <a:picLocks noChangeAspect="1"/>
          </p:cNvPicPr>
          <p:nvPr>
            <a:videoFile r:link="rId7"/>
          </p:nvPr>
        </p:nvPicPr>
        <p:blipFill rotWithShape="1">
          <a:blip r:embed="rId5"/>
          <a:stretch/>
        </p:blipFill>
        <p:spPr bwMode="auto">
          <a:xfrm>
            <a:off x="3175656" y="2092142"/>
            <a:ext cx="2880000" cy="2160000"/>
          </a:xfrm>
          <a:prstGeom prst="rect">
            <a:avLst/>
          </a:prstGeom>
        </p:spPr>
      </p:pic>
      <p:pic>
        <p:nvPicPr>
          <p:cNvPr id="955489805" name="DSNet3"/>
          <p:cNvPicPr>
            <a:picLocks noChangeAspect="1"/>
          </p:cNvPicPr>
          <p:nvPr>
            <a:videoFile r:link="rId10"/>
          </p:nvPr>
        </p:nvPicPr>
        <p:blipFill rotWithShape="1">
          <a:blip r:embed="rId8"/>
          <a:stretch/>
        </p:blipFill>
        <p:spPr bwMode="auto">
          <a:xfrm>
            <a:off x="3144609" y="4437875"/>
            <a:ext cx="2880000" cy="2160000"/>
          </a:xfrm>
          <a:prstGeom prst="rect">
            <a:avLst/>
          </a:prstGeom>
        </p:spPr>
      </p:pic>
      <p:pic>
        <p:nvPicPr>
          <p:cNvPr id="280277114" name="Picture 2"/>
          <p:cNvPicPr>
            <a:picLocks noChangeAspect="1" noChangeArrowheads="1"/>
          </p:cNvPicPr>
          <p:nvPr/>
        </p:nvPicPr>
        <p:blipFill rotWithShape="1">
          <a:blip r:embed="rId11"/>
          <a:stretch/>
        </p:blipFill>
        <p:spPr bwMode="auto">
          <a:xfrm>
            <a:off x="6082912" y="2092142"/>
            <a:ext cx="2880000" cy="2160000"/>
          </a:xfrm>
          <a:prstGeom prst="rect">
            <a:avLst/>
          </a:prstGeom>
          <a:noFill/>
        </p:spPr>
      </p:pic>
      <p:sp>
        <p:nvSpPr>
          <p:cNvPr id="1797071643" name="CuadroTexto 8"/>
          <p:cNvSpPr txBox="1"/>
          <p:nvPr/>
        </p:nvSpPr>
        <p:spPr bwMode="auto">
          <a:xfrm>
            <a:off x="340849" y="1747804"/>
            <a:ext cx="1852218" cy="3391852"/>
          </a:xfrm>
          <a:prstGeom prst="rect">
            <a:avLst/>
          </a:prstGeom>
        </p:spPr>
        <p:txBody>
          <a:bodyPr vertOverflow="overflow" horzOverflow="overflow" vert="horz" wrap="square" lIns="91440" tIns="45720" rIns="91440" bIns="45720" numCol="1" spcCol="0" rtlCol="0" fromWordArt="0" anchor="ctr" anchorCtr="0" forceAA="0" upright="0" compatLnSpc="0">
            <a:normAutofit fontScale="70000" lnSpcReduction="6000"/>
          </a:bodyPr>
          <a:lstStyle/>
          <a:p>
            <a:pPr>
              <a:lnSpc>
                <a:spcPct val="90000"/>
              </a:lnSpc>
              <a:spcBef>
                <a:spcPts val="0"/>
              </a:spcBef>
              <a:spcAft>
                <a:spcPts val="599"/>
              </a:spcAft>
              <a:defRPr/>
            </a:pPr>
            <a:endParaRPr lang="en-US" sz="2800">
              <a:latin typeface="Trebuchet MS"/>
              <a:ea typeface="Arial"/>
              <a:cs typeface="Arial"/>
            </a:endParaRPr>
          </a:p>
          <a:p>
            <a:pPr>
              <a:lnSpc>
                <a:spcPct val="90000"/>
              </a:lnSpc>
              <a:spcBef>
                <a:spcPts val="0"/>
              </a:spcBef>
              <a:spcAft>
                <a:spcPts val="599"/>
              </a:spcAft>
              <a:defRPr/>
            </a:pPr>
            <a:r>
              <a:rPr lang="en-US" sz="1700" b="1" i="1">
                <a:solidFill>
                  <a:srgbClr val="333333"/>
                </a:solidFill>
                <a:latin typeface="Roboto"/>
              </a:rPr>
              <a:t>Deep Learning-based automatic dendritic spine segmentation +</a:t>
            </a:r>
            <a:br>
              <a:rPr lang="en-US" sz="1700" b="1" i="1">
                <a:solidFill>
                  <a:srgbClr val="333333"/>
                </a:solidFill>
                <a:latin typeface="Roboto"/>
              </a:rPr>
            </a:br>
            <a:r>
              <a:rPr lang="en-US" sz="1700" i="1">
                <a:solidFill>
                  <a:srgbClr val="333333"/>
                </a:solidFill>
                <a:latin typeface="Roboto"/>
              </a:rPr>
              <a:t>user-supervised correction algorithms</a:t>
            </a:r>
            <a:endParaRPr/>
          </a:p>
          <a:p>
            <a:pPr>
              <a:lnSpc>
                <a:spcPct val="90000"/>
              </a:lnSpc>
              <a:spcBef>
                <a:spcPts val="0"/>
              </a:spcBef>
              <a:spcAft>
                <a:spcPts val="599"/>
              </a:spcAft>
              <a:defRPr/>
            </a:pPr>
            <a:br>
              <a:rPr lang="en-US" sz="1700" b="0" i="1">
                <a:solidFill>
                  <a:srgbClr val="333333"/>
                </a:solidFill>
                <a:latin typeface="Roboto"/>
              </a:rPr>
            </a:br>
            <a:r>
              <a:rPr lang="en-US" sz="1700" u="sng">
                <a:solidFill>
                  <a:srgbClr val="0563C1"/>
                </a:solidFill>
                <a:latin typeface="Calibri"/>
                <a:ea typeface="Calibri"/>
                <a:cs typeface="Times New Roman"/>
                <a:hlinkClick r:id="rId12" tooltip=""/>
              </a:rPr>
              <a:t>https://vg-lab.es/deepspinenet/</a:t>
            </a:r>
            <a:endParaRPr lang="en-US" sz="1700" u="sng">
              <a:solidFill>
                <a:srgbClr val="0563C1"/>
              </a:solidFill>
              <a:latin typeface="Calibri"/>
              <a:ea typeface="Calibri"/>
              <a:cs typeface="Times New Roman"/>
            </a:endParaRPr>
          </a:p>
          <a:p>
            <a:pPr>
              <a:lnSpc>
                <a:spcPct val="90000"/>
              </a:lnSpc>
              <a:spcBef>
                <a:spcPts val="0"/>
              </a:spcBef>
              <a:spcAft>
                <a:spcPts val="599"/>
              </a:spcAft>
              <a:defRPr/>
            </a:pPr>
            <a:endParaRPr lang="en-US" sz="1700" u="sng">
              <a:solidFill>
                <a:srgbClr val="0563C1"/>
              </a:solidFill>
              <a:latin typeface="Calibri"/>
              <a:ea typeface="Calibri"/>
              <a:cs typeface="Times New Roman"/>
            </a:endParaRPr>
          </a:p>
          <a:p>
            <a:pPr>
              <a:lnSpc>
                <a:spcPct val="90000"/>
              </a:lnSpc>
              <a:spcBef>
                <a:spcPts val="0"/>
              </a:spcBef>
              <a:spcAft>
                <a:spcPts val="599"/>
              </a:spcAft>
              <a:defRPr/>
            </a:pPr>
            <a:r>
              <a:rPr lang="en-US" sz="1700" u="sng">
                <a:solidFill>
                  <a:srgbClr val="0563C1"/>
                </a:solidFill>
                <a:latin typeface="Calibri"/>
                <a:cs typeface="Times New Roman"/>
              </a:rPr>
              <a:t>https://gitfront.io/r/user-4306573/be116855b22f779ae17fb981f89fbd138ac27133/DeepSpineNet-GUI/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713353"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(II) </a:t>
            </a:r>
            <a:endParaRPr lang="es-ES">
              <a:latin typeface="Trebuchet MS"/>
            </a:endParaRPr>
          </a:p>
        </p:txBody>
      </p:sp>
      <p:sp>
        <p:nvSpPr>
          <p:cNvPr id="754785333" name="3 Marcador de número de diapositiva"/>
          <p:cNvSpPr>
            <a:spLocks noGrp="1"/>
          </p:cNvSpPr>
          <p:nvPr>
            <p:ph type="sldNum" sz="quarter" idx="4294967295"/>
          </p:nvPr>
        </p:nvSpPr>
        <p:spPr bwMode="auto">
          <a:xfrm>
            <a:off x="8859440" y="6467474"/>
            <a:ext cx="284558" cy="327024"/>
          </a:xfrm>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9AF86404-D7AB-75E7-697A-962D5553EEBC}" type="slidenum">
              <a:rPr lang="en-GB"/>
              <a:t>26</a:t>
            </a:fld>
            <a:endParaRPr lang="en-GB"/>
          </a:p>
        </p:txBody>
      </p:sp>
      <p:grpSp>
        <p:nvGrpSpPr>
          <p:cNvPr id="544160995" name="Grupo 6"/>
          <p:cNvGrpSpPr/>
          <p:nvPr/>
        </p:nvGrpSpPr>
        <p:grpSpPr bwMode="auto">
          <a:xfrm>
            <a:off x="1535805" y="1609858"/>
            <a:ext cx="6346064" cy="4318744"/>
            <a:chOff x="647579" y="1528094"/>
            <a:chExt cx="5549565" cy="3490216"/>
          </a:xfrm>
        </p:grpSpPr>
        <p:pic>
          <p:nvPicPr>
            <p:cNvPr id="189790302" name="Imagen 17" descr="Imagen que contiene vuelo, colorido, papalote, aire&#10;&#10;Descripción generada automáticamente"/>
            <p:cNvPicPr>
              <a:picLocks noChangeAspect="1"/>
            </p:cNvPicPr>
            <p:nvPr/>
          </p:nvPicPr>
          <p:blipFill rotWithShape="1">
            <a:blip r:embed="rId3"/>
            <a:stretch/>
          </p:blipFill>
          <p:spPr bwMode="auto">
            <a:xfrm>
              <a:off x="4942067" y="1528094"/>
              <a:ext cx="1255077" cy="3060000"/>
            </a:xfrm>
            <a:prstGeom prst="rect">
              <a:avLst/>
            </a:prstGeom>
          </p:spPr>
        </p:pic>
        <p:sp>
          <p:nvSpPr>
            <p:cNvPr id="1032558151" name="TextBox 17"/>
            <p:cNvSpPr txBox="1"/>
            <p:nvPr/>
          </p:nvSpPr>
          <p:spPr bwMode="auto">
            <a:xfrm flipH="1">
              <a:off x="4942066" y="4589141"/>
              <a:ext cx="1253020" cy="429169"/>
            </a:xfrm>
            <a:prstGeom prst="rect">
              <a:avLst/>
            </a:prstGeom>
            <a:noFill/>
          </p:spPr>
          <p:txBody>
            <a:bodyPr wrap="square" rtlCol="0" anchor="ctr">
              <a:noAutofit/>
            </a:bodyPr>
            <a:lstStyle/>
            <a:p>
              <a:pPr algn="ctr">
                <a:defRPr/>
              </a:pPr>
              <a:r>
                <a:rPr lang="en-US" b="1">
                  <a:latin typeface="Work Sans"/>
                </a:rPr>
                <a:t>Instance</a:t>
              </a:r>
              <a:endParaRPr/>
            </a:p>
            <a:p>
              <a:pPr algn="ctr">
                <a:defRPr/>
              </a:pPr>
              <a:r>
                <a:rPr lang="en-US" b="1">
                  <a:latin typeface="Work Sans"/>
                </a:rPr>
                <a:t>segmentation</a:t>
              </a:r>
              <a:endParaRPr/>
            </a:p>
          </p:txBody>
        </p:sp>
        <p:pic>
          <p:nvPicPr>
            <p:cNvPr id="739141742" name="Imagen 8"/>
            <p:cNvPicPr>
              <a:picLocks noChangeAspect="1"/>
            </p:cNvPicPr>
            <p:nvPr/>
          </p:nvPicPr>
          <p:blipFill rotWithShape="1">
            <a:blip r:embed="rId4"/>
            <a:stretch/>
          </p:blipFill>
          <p:spPr bwMode="auto">
            <a:xfrm>
              <a:off x="1900598" y="1528094"/>
              <a:ext cx="1255078" cy="3060000"/>
            </a:xfrm>
            <a:prstGeom prst="rect">
              <a:avLst/>
            </a:prstGeom>
          </p:spPr>
        </p:pic>
        <p:pic>
          <p:nvPicPr>
            <p:cNvPr id="804304564" name="Imagen 13" descr="Imagen que contiene collar&#10;&#10;Descripción generada automáticamente"/>
            <p:cNvPicPr>
              <a:picLocks noChangeAspect="1"/>
            </p:cNvPicPr>
            <p:nvPr/>
          </p:nvPicPr>
          <p:blipFill rotWithShape="1">
            <a:blip r:embed="rId5"/>
            <a:stretch/>
          </p:blipFill>
          <p:spPr bwMode="auto">
            <a:xfrm>
              <a:off x="3421333" y="1528094"/>
              <a:ext cx="1255078" cy="3060000"/>
            </a:xfrm>
            <a:prstGeom prst="rect">
              <a:avLst/>
            </a:prstGeom>
          </p:spPr>
        </p:pic>
        <p:pic>
          <p:nvPicPr>
            <p:cNvPr id="1145760030" name="Imagen 14" descr="Imagen que contiene verde, oscuro, humo, viendo&#10;&#10;Descripción generada automáticamente"/>
            <p:cNvPicPr>
              <a:picLocks noChangeAspect="1"/>
            </p:cNvPicPr>
            <p:nvPr/>
          </p:nvPicPr>
          <p:blipFill rotWithShape="1">
            <a:blip r:embed="rId6"/>
            <a:stretch/>
          </p:blipFill>
          <p:spPr bwMode="auto">
            <a:xfrm>
              <a:off x="647579" y="1528094"/>
              <a:ext cx="1255078" cy="3060000"/>
            </a:xfrm>
            <a:prstGeom prst="rect">
              <a:avLst/>
            </a:prstGeom>
          </p:spPr>
        </p:pic>
        <p:sp>
          <p:nvSpPr>
            <p:cNvPr id="2143659719" name="TextBox 17"/>
            <p:cNvSpPr txBox="1"/>
            <p:nvPr/>
          </p:nvSpPr>
          <p:spPr bwMode="auto">
            <a:xfrm>
              <a:off x="654833" y="4589141"/>
              <a:ext cx="1243398" cy="429169"/>
            </a:xfrm>
            <a:prstGeom prst="rect">
              <a:avLst/>
            </a:prstGeom>
            <a:noFill/>
          </p:spPr>
          <p:txBody>
            <a:bodyPr wrap="square" rtlCol="0" anchor="ctr">
              <a:noAutofit/>
            </a:bodyPr>
            <a:lstStyle/>
            <a:p>
              <a:pPr algn="ctr">
                <a:defRPr/>
              </a:pPr>
              <a:r>
                <a:rPr lang="en-US" b="1">
                  <a:latin typeface="Work Sans"/>
                </a:rPr>
                <a:t>RAW image</a:t>
              </a:r>
              <a:endParaRPr/>
            </a:p>
          </p:txBody>
        </p:sp>
        <p:sp>
          <p:nvSpPr>
            <p:cNvPr id="1606364403" name="TextBox 17"/>
            <p:cNvSpPr txBox="1"/>
            <p:nvPr/>
          </p:nvSpPr>
          <p:spPr bwMode="auto">
            <a:xfrm>
              <a:off x="1907083" y="4589141"/>
              <a:ext cx="1248593" cy="429169"/>
            </a:xfrm>
            <a:prstGeom prst="rect">
              <a:avLst/>
            </a:prstGeom>
            <a:noFill/>
          </p:spPr>
          <p:txBody>
            <a:bodyPr wrap="square" rtlCol="0" anchor="ctr">
              <a:noAutofit/>
            </a:bodyPr>
            <a:lstStyle/>
            <a:p>
              <a:pPr algn="ctr">
                <a:defRPr/>
              </a:pPr>
              <a:r>
                <a:rPr lang="en-US" b="1">
                  <a:latin typeface="Work Sans"/>
                </a:rPr>
                <a:t>Manual labels</a:t>
              </a:r>
              <a:endParaRPr/>
            </a:p>
          </p:txBody>
        </p:sp>
        <p:sp>
          <p:nvSpPr>
            <p:cNvPr id="1336106966" name="TextBox 17"/>
            <p:cNvSpPr txBox="1"/>
            <p:nvPr/>
          </p:nvSpPr>
          <p:spPr bwMode="auto">
            <a:xfrm>
              <a:off x="3421333" y="4589141"/>
              <a:ext cx="1255078" cy="429169"/>
            </a:xfrm>
            <a:prstGeom prst="rect">
              <a:avLst/>
            </a:prstGeom>
            <a:noFill/>
          </p:spPr>
          <p:txBody>
            <a:bodyPr wrap="square" rtlCol="0" anchor="ctr">
              <a:noAutofit/>
            </a:bodyPr>
            <a:lstStyle/>
            <a:p>
              <a:pPr algn="ctr">
                <a:defRPr/>
              </a:pPr>
              <a:r>
                <a:rPr lang="en-US" b="1">
                  <a:latin typeface="Work Sans"/>
                </a:rPr>
                <a:t>Semantic segmentation</a:t>
              </a:r>
              <a:endParaRPr/>
            </a:p>
          </p:txBody>
        </p:sp>
      </p:grpSp>
      <p:sp>
        <p:nvSpPr>
          <p:cNvPr id="1875626718" name="Flecha: a la derecha 9"/>
          <p:cNvSpPr/>
          <p:nvPr/>
        </p:nvSpPr>
        <p:spPr bwMode="auto">
          <a:xfrm>
            <a:off x="6022181" y="3238499"/>
            <a:ext cx="578643" cy="590548"/>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E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069000515" name="Rectangle 8210"/>
          <p:cNvSpPr>
            <a:spLocks noAdjustHandles="1" noChangeArrowheads="1" noChangeAspect="1" noChangeShapeType="1" noEditPoints="1" noGrp="1" noMove="1" noResize="1" noRot="1" noTextEdit="1"/>
          </p:cNvSpPr>
          <p:nvPr/>
        </p:nvSpPr>
        <p:spPr bwMode="auto">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20399055" name="Rectangle 8212"/>
          <p:cNvSpPr>
            <a:spLocks noAdjustHandles="1" noChangeArrowheads="1" noChangeAspect="1" noChangeShapeType="1" noEditPoints="1" noGrp="1" noMove="1" noResize="1" noRot="1" noTextEdit="1"/>
          </p:cNvSpPr>
          <p:nvPr/>
        </p:nvSpPr>
        <p:spPr bwMode="auto">
          <a:xfrm>
            <a:off x="-11270" y="0"/>
            <a:ext cx="9144000" cy="685799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01984468" name="1 Título"/>
          <p:cNvSpPr>
            <a:spLocks noGrp="1"/>
          </p:cNvSpPr>
          <p:nvPr>
            <p:ph type="title"/>
          </p:nvPr>
        </p:nvSpPr>
        <p:spPr bwMode="auto">
          <a:xfrm>
            <a:off x="0" y="114300"/>
            <a:ext cx="3549534" cy="1826138"/>
          </a:xfrm>
        </p:spPr>
        <p:txBody>
          <a:bodyPr vert="horz" lIns="91440" tIns="45720" rIns="91440" bIns="45720" rtlCol="0">
            <a:normAutofit/>
          </a:bodyPr>
          <a:lstStyle/>
          <a:p>
            <a:pPr algn="ctr">
              <a:defRPr/>
            </a:pPr>
            <a:r>
              <a:rPr lang="en-US" sz="3100">
                <a:latin typeface="Trebuchet MS"/>
              </a:rPr>
              <a:t>Computer Vision and Deep Learning (III) </a:t>
            </a:r>
            <a:endParaRPr lang="es-ES" sz="3100">
              <a:latin typeface="Trebuchet MS"/>
            </a:endParaRPr>
          </a:p>
        </p:txBody>
      </p:sp>
      <p:sp>
        <p:nvSpPr>
          <p:cNvPr id="2039886703" name="Marcador de contenido 2"/>
          <p:cNvSpPr>
            <a:spLocks noGrp="1"/>
          </p:cNvSpPr>
          <p:nvPr>
            <p:ph idx="1"/>
          </p:nvPr>
        </p:nvSpPr>
        <p:spPr bwMode="auto">
          <a:xfrm>
            <a:off x="11270" y="2194101"/>
            <a:ext cx="3538263" cy="4378147"/>
          </a:xfrm>
        </p:spPr>
        <p:txBody>
          <a:bodyPr>
            <a:normAutofit lnSpcReduction="10000"/>
          </a:bodyPr>
          <a:lstStyle/>
          <a:p>
            <a:pPr>
              <a:defRPr/>
            </a:pPr>
            <a:r>
              <a:rPr lang="en-US" sz="1400">
                <a:latin typeface="Aptos"/>
                <a:ea typeface="Aptos"/>
                <a:cs typeface="Times New Roman"/>
              </a:rPr>
              <a:t>Deep learning-based models have been successfully applied to many segmentation and classification problems.  </a:t>
            </a:r>
            <a:endParaRPr/>
          </a:p>
          <a:p>
            <a:pPr lvl="5">
              <a:defRPr/>
            </a:pPr>
            <a:endParaRPr lang="en-US" sz="1400">
              <a:latin typeface="Aptos"/>
              <a:ea typeface="Aptos"/>
              <a:cs typeface="Times New Roman"/>
            </a:endParaRPr>
          </a:p>
          <a:p>
            <a:pPr>
              <a:defRPr/>
            </a:pPr>
            <a:r>
              <a:rPr lang="en-US" sz="1400">
                <a:latin typeface="Aptos"/>
                <a:ea typeface="Aptos"/>
                <a:cs typeface="Times New Roman"/>
              </a:rPr>
              <a:t>These techniques face several challenges that hinder their application in the biomedical field:  </a:t>
            </a:r>
            <a:endParaRPr/>
          </a:p>
          <a:p>
            <a:pPr lvl="1">
              <a:defRPr/>
            </a:pPr>
            <a:r>
              <a:rPr lang="en-US" sz="1400" b="1">
                <a:latin typeface="Aptos"/>
                <a:ea typeface="Aptos"/>
                <a:cs typeface="Times New Roman"/>
              </a:rPr>
              <a:t>Image stacks:</a:t>
            </a:r>
            <a:endParaRPr/>
          </a:p>
          <a:p>
            <a:pPr lvl="2">
              <a:defRPr/>
            </a:pPr>
            <a:r>
              <a:rPr lang="en-US" sz="1400">
                <a:latin typeface="Aptos"/>
                <a:ea typeface="Aptos"/>
                <a:cs typeface="Times New Roman"/>
              </a:rPr>
              <a:t>Current state of the art models work with 2D images </a:t>
            </a:r>
            <a:endParaRPr/>
          </a:p>
          <a:p>
            <a:pPr lvl="2">
              <a:defRPr/>
            </a:pPr>
            <a:r>
              <a:rPr lang="en-US" sz="1400">
                <a:latin typeface="Aptos"/>
                <a:ea typeface="Aptos"/>
                <a:cs typeface="Times New Roman"/>
              </a:rPr>
              <a:t>3D image stacks require complex models</a:t>
            </a:r>
            <a:endParaRPr/>
          </a:p>
          <a:p>
            <a:pPr lvl="1">
              <a:defRPr/>
            </a:pPr>
            <a:r>
              <a:rPr lang="en-US" sz="1400" b="1">
                <a:latin typeface="Aptos"/>
                <a:ea typeface="Aptos"/>
                <a:cs typeface="Times New Roman"/>
              </a:rPr>
              <a:t>Scarce datasets</a:t>
            </a:r>
            <a:r>
              <a:rPr lang="en-US" sz="1400">
                <a:latin typeface="Aptos"/>
                <a:ea typeface="Aptos"/>
                <a:cs typeface="Times New Roman"/>
              </a:rPr>
              <a:t>:</a:t>
            </a:r>
            <a:endParaRPr/>
          </a:p>
          <a:p>
            <a:pPr lvl="2">
              <a:defRPr/>
            </a:pPr>
            <a:r>
              <a:rPr lang="en-US" sz="1400">
                <a:latin typeface="Aptos"/>
                <a:ea typeface="Aptos"/>
                <a:cs typeface="Times New Roman"/>
              </a:rPr>
              <a:t>Complex problems require complex models.  </a:t>
            </a:r>
            <a:endParaRPr/>
          </a:p>
          <a:p>
            <a:pPr lvl="2">
              <a:defRPr/>
            </a:pPr>
            <a:r>
              <a:rPr lang="en-US" sz="1400">
                <a:latin typeface="Aptos"/>
                <a:ea typeface="Aptos"/>
                <a:cs typeface="Times New Roman"/>
              </a:rPr>
              <a:t>Complex models require large datasets for training.  </a:t>
            </a:r>
            <a:endParaRPr/>
          </a:p>
          <a:p>
            <a:pPr lvl="1">
              <a:defRPr/>
            </a:pPr>
            <a:r>
              <a:rPr lang="en-US" sz="1400" b="1">
                <a:latin typeface="Aptos"/>
                <a:ea typeface="Aptos"/>
                <a:cs typeface="Times New Roman"/>
              </a:rPr>
              <a:t>Weakly labeled datasets:</a:t>
            </a:r>
            <a:endParaRPr/>
          </a:p>
          <a:p>
            <a:pPr lvl="2">
              <a:defRPr/>
            </a:pPr>
            <a:r>
              <a:rPr lang="en-US" sz="1400">
                <a:latin typeface="Aptos"/>
                <a:ea typeface="Aptos"/>
                <a:cs typeface="Times New Roman"/>
              </a:rPr>
              <a:t>Incomplete segmentations.  </a:t>
            </a:r>
            <a:endParaRPr/>
          </a:p>
          <a:p>
            <a:pPr lvl="2">
              <a:defRPr/>
            </a:pPr>
            <a:r>
              <a:rPr lang="en-US" sz="1400">
                <a:latin typeface="Aptos"/>
                <a:ea typeface="Aptos"/>
                <a:cs typeface="Times New Roman"/>
              </a:rPr>
              <a:t>For instance, scientists are generally not interested in segmenting the entire image.</a:t>
            </a:r>
            <a:endParaRPr lang="es-ES" sz="1400"/>
          </a:p>
        </p:txBody>
      </p:sp>
      <p:pic>
        <p:nvPicPr>
          <p:cNvPr id="646459196" name="Picture 2"/>
          <p:cNvPicPr>
            <a:picLocks noChangeAspect="1" noChangeArrowheads="1"/>
          </p:cNvPicPr>
          <p:nvPr/>
        </p:nvPicPr>
        <p:blipFill rotWithShape="1">
          <a:blip r:embed="rId3"/>
          <a:srcRect l="12111" t="0" r="20025" b="1"/>
          <a:stretch/>
        </p:blipFill>
        <p:spPr bwMode="auto">
          <a:xfrm>
            <a:off x="3711141" y="0"/>
            <a:ext cx="5432859" cy="6857998"/>
          </a:xfrm>
          <a:custGeom>
            <a:avLst/>
            <a:gdLst/>
            <a:ahLst/>
            <a:cxnLst/>
            <a:rect l="l" t="t" r="r" b="b"/>
            <a:pathLst>
              <a:path w="7243812" h="6857999" fill="norm" stroke="1" extrusionOk="0">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a:noFill/>
        </p:spPr>
      </p:pic>
      <p:sp>
        <p:nvSpPr>
          <p:cNvPr id="329328550" name="3 Marcador de número de diapositiva"/>
          <p:cNvSpPr>
            <a:spLocks noGrp="1"/>
          </p:cNvSpPr>
          <p:nvPr>
            <p:ph type="sldNum" sz="quarter" idx="12"/>
          </p:nvPr>
        </p:nvSpPr>
        <p:spPr bwMode="auto">
          <a:xfrm>
            <a:off x="6457950" y="6356349"/>
            <a:ext cx="2057400" cy="365124"/>
          </a:xfrm>
          <a:prstGeom prst="rect">
            <a:avLst/>
          </a:prstGeom>
        </p:spPr>
        <p:txBody>
          <a:bodyPr vert="horz" lIns="91440" tIns="45720" rIns="91440" bIns="45720" rtlCol="0">
            <a:normAutofit/>
          </a:bodyP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spcAft>
                <a:spcPts val="599"/>
              </a:spcAft>
              <a:defRPr/>
            </a:pPr>
            <a:fld id="{FC3FD730-9682-3D5E-A134-95E4EB51ACDD}" type="slidenum">
              <a:rPr lang="en-GB">
                <a:solidFill>
                  <a:srgbClr val="FFFFFF"/>
                </a:solidFill>
              </a:rPr>
              <a:t>27</a:t>
            </a:fld>
            <a:endParaRPr lang="en-GB">
              <a:solidFill>
                <a:srgbClr val="FFFF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5955150"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(IV) </a:t>
            </a:r>
            <a:endParaRPr lang="es-ES">
              <a:latin typeface="Trebuchet MS"/>
            </a:endParaRPr>
          </a:p>
        </p:txBody>
      </p:sp>
      <p:sp>
        <p:nvSpPr>
          <p:cNvPr id="587849276" name="3 Marcador de número de diapositiva"/>
          <p:cNvSpPr>
            <a:spLocks noGrp="1"/>
          </p:cNvSpPr>
          <p:nvPr>
            <p:ph type="sldNum" sz="quarter" idx="12"/>
          </p:nvPr>
        </p:nvSpPr>
        <p:spPr bwMode="auto">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B1872DB5-8D72-235B-10DF-55CA908C8715}" type="slidenum">
              <a:rPr lang="en-GB"/>
              <a:t>28</a:t>
            </a:fld>
            <a:endParaRPr lang="en-GB"/>
          </a:p>
        </p:txBody>
      </p:sp>
      <p:pic>
        <p:nvPicPr>
          <p:cNvPr id="487339150" name="Picture 2"/>
          <p:cNvPicPr>
            <a:picLocks noChangeAspect="1" noChangeArrowheads="1"/>
          </p:cNvPicPr>
          <p:nvPr/>
        </p:nvPicPr>
        <p:blipFill rotWithShape="1">
          <a:blip r:embed="rId3"/>
          <a:stretch/>
        </p:blipFill>
        <p:spPr bwMode="auto">
          <a:xfrm>
            <a:off x="2783141" y="1390648"/>
            <a:ext cx="4033538" cy="4639211"/>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8789426"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(IV) </a:t>
            </a:r>
            <a:endParaRPr lang="es-ES">
              <a:latin typeface="Trebuchet MS"/>
            </a:endParaRPr>
          </a:p>
        </p:txBody>
      </p:sp>
      <p:sp>
        <p:nvSpPr>
          <p:cNvPr id="1855516040" name="3 Marcador de número de diapositiva"/>
          <p:cNvSpPr>
            <a:spLocks noGrp="1"/>
          </p:cNvSpPr>
          <p:nvPr>
            <p:ph type="sldNum" sz="quarter" idx="12"/>
          </p:nvPr>
        </p:nvSpPr>
        <p:spPr bwMode="auto">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42E1CA06-B3E0-8626-C527-FFD5BBD48BFB}" type="slidenum">
              <a:rPr lang="en-GB"/>
              <a:t>29</a:t>
            </a:fld>
            <a:endParaRPr lang="en-GB"/>
          </a:p>
        </p:txBody>
      </p:sp>
      <p:pic>
        <p:nvPicPr>
          <p:cNvPr id="156735449" name="Picture 2"/>
          <p:cNvPicPr>
            <a:picLocks noChangeAspect="1" noChangeArrowheads="1"/>
          </p:cNvPicPr>
          <p:nvPr/>
        </p:nvPicPr>
        <p:blipFill rotWithShape="1">
          <a:blip r:embed="rId3"/>
          <a:stretch/>
        </p:blipFill>
        <p:spPr bwMode="auto">
          <a:xfrm>
            <a:off x="2783141" y="1390648"/>
            <a:ext cx="4033538" cy="4639211"/>
          </a:xfrm>
          <a:prstGeom prst="rect">
            <a:avLst/>
          </a:prstGeom>
          <a:noFill/>
        </p:spPr>
      </p:pic>
      <p:sp>
        <p:nvSpPr>
          <p:cNvPr id="2036767434" name="Rectángulo 2"/>
          <p:cNvSpPr/>
          <p:nvPr/>
        </p:nvSpPr>
        <p:spPr bwMode="auto">
          <a:xfrm>
            <a:off x="3343274" y="1516061"/>
            <a:ext cx="2564606" cy="1322387"/>
          </a:xfrm>
          <a:prstGeom prst="rect">
            <a:avLst/>
          </a:prstGeom>
          <a:solidFill>
            <a:schemeClr val="dk1">
              <a:alpha val="50000"/>
            </a:schemeClr>
          </a:solidFill>
          <a:ln>
            <a:noFill/>
          </a:ln>
        </p:spPr>
        <p:style>
          <a:lnRef idx="0">
            <a:srgbClr val="000000"/>
          </a:lnRef>
          <a:fillRef idx="0">
            <a:srgbClr val="000000"/>
          </a:fillRef>
          <a:effectRef idx="0">
            <a:srgbClr val="000000"/>
          </a:effectRef>
          <a:fontRef idx="minor">
            <a:schemeClr val="lt1"/>
          </a:fontRef>
        </p:style>
        <p:txBody>
          <a:bodyPr rtlCol="0" anchor="ctr"/>
          <a:lstStyle/>
          <a:p>
            <a:pPr algn="ctr">
              <a:defRPr/>
            </a:pPr>
            <a:r>
              <a:rPr lang="en-US"/>
              <a:t>Preprocessing</a:t>
            </a:r>
            <a:endParaRPr/>
          </a:p>
        </p:txBody>
      </p:sp>
      <p:sp>
        <p:nvSpPr>
          <p:cNvPr id="1296470029" name=""/>
          <p:cNvSpPr txBox="1"/>
          <p:nvPr/>
        </p:nvSpPr>
        <p:spPr bwMode="auto">
          <a:xfrm rot="0" flipH="0" flipV="0">
            <a:off x="2737004" y="2560320"/>
            <a:ext cx="3669990" cy="17373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ffmpeg -i media10.avi \</a:t>
            </a:r>
            <a:endParaRPr/>
          </a:p>
          <a:p>
            <a:pPr algn="l">
              <a:defRPr/>
            </a:pPr>
            <a:r>
              <a:rPr/>
              <a:t>  -map 0:v:0 -map 0:a? \</a:t>
            </a:r>
            <a:endParaRPr/>
          </a:p>
          <a:p>
            <a:pPr algn="l">
              <a:defRPr/>
            </a:pPr>
            <a:r>
              <a:rPr/>
              <a:t>  -c:v libx264 -crf 18 -preset medium \</a:t>
            </a:r>
            <a:endParaRPr/>
          </a:p>
          <a:p>
            <a:pPr algn="l">
              <a:defRPr/>
            </a:pPr>
            <a:r>
              <a:rPr/>
              <a:t>  -c:a aac -b:a 192k \</a:t>
            </a:r>
            <a:endParaRPr/>
          </a:p>
          <a:p>
            <a:pPr algn="l">
              <a:defRPr/>
            </a:pPr>
            <a:r>
              <a:rPr/>
              <a:t>  -movflags +faststart \</a:t>
            </a:r>
            <a:endParaRPr/>
          </a:p>
          <a:p>
            <a:pPr algn="l">
              <a:defRPr/>
            </a:pPr>
            <a:r>
              <a:rPr/>
              <a:t>  media10.mp4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8097426"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(IV) </a:t>
            </a:r>
            <a:endParaRPr lang="es-ES">
              <a:latin typeface="Trebuchet MS"/>
            </a:endParaRPr>
          </a:p>
        </p:txBody>
      </p:sp>
      <p:sp>
        <p:nvSpPr>
          <p:cNvPr id="1249048737" name="3 Marcador de número de diapositiva"/>
          <p:cNvSpPr>
            <a:spLocks noGrp="1"/>
          </p:cNvSpPr>
          <p:nvPr>
            <p:ph type="sldNum" sz="quarter" idx="12"/>
          </p:nvPr>
        </p:nvSpPr>
        <p:spPr bwMode="auto">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ACD58854-0BC5-687A-B447-2F56EB155C42}" type="slidenum">
              <a:rPr lang="en-GB"/>
              <a:t>30</a:t>
            </a:fld>
            <a:endParaRPr lang="en-GB"/>
          </a:p>
        </p:txBody>
      </p:sp>
      <p:pic>
        <p:nvPicPr>
          <p:cNvPr id="331725837" name="Picture 2"/>
          <p:cNvPicPr>
            <a:picLocks noChangeAspect="1" noChangeArrowheads="1"/>
          </p:cNvPicPr>
          <p:nvPr/>
        </p:nvPicPr>
        <p:blipFill rotWithShape="1">
          <a:blip r:embed="rId3"/>
          <a:stretch/>
        </p:blipFill>
        <p:spPr bwMode="auto">
          <a:xfrm>
            <a:off x="2783141" y="1390648"/>
            <a:ext cx="4033538" cy="4639211"/>
          </a:xfrm>
          <a:prstGeom prst="rect">
            <a:avLst/>
          </a:prstGeom>
          <a:noFill/>
        </p:spPr>
      </p:pic>
      <p:sp>
        <p:nvSpPr>
          <p:cNvPr id="96970268" name="Rectángulo 2"/>
          <p:cNvSpPr/>
          <p:nvPr/>
        </p:nvSpPr>
        <p:spPr bwMode="auto">
          <a:xfrm>
            <a:off x="4043361" y="2387866"/>
            <a:ext cx="2564606" cy="1322387"/>
          </a:xfrm>
          <a:prstGeom prst="rect">
            <a:avLst/>
          </a:prstGeom>
          <a:solidFill>
            <a:schemeClr val="dk1">
              <a:alpha val="50000"/>
            </a:schemeClr>
          </a:solidFill>
          <a:ln>
            <a:noFill/>
          </a:ln>
        </p:spPr>
        <p:style>
          <a:lnRef idx="0">
            <a:srgbClr val="000000"/>
          </a:lnRef>
          <a:fillRef idx="0">
            <a:srgbClr val="000000"/>
          </a:fillRef>
          <a:effectRef idx="0">
            <a:srgbClr val="000000"/>
          </a:effectRef>
          <a:fontRef idx="minor">
            <a:schemeClr val="lt1"/>
          </a:fontRef>
        </p:style>
        <p:txBody>
          <a:bodyPr rtlCol="0" anchor="ctr"/>
          <a:lstStyle/>
          <a:p>
            <a:pPr algn="ctr">
              <a:defRPr/>
            </a:pPr>
            <a:r>
              <a:rPr lang="en-US"/>
              <a:t>Training the DL model</a:t>
            </a:r>
            <a:endParaRPr/>
          </a:p>
        </p:txBody>
      </p:sp>
      <p:sp>
        <p:nvSpPr>
          <p:cNvPr id="1418132009" name="Rectángulo 4"/>
          <p:cNvSpPr/>
          <p:nvPr/>
        </p:nvSpPr>
        <p:spPr bwMode="auto">
          <a:xfrm>
            <a:off x="2783141" y="3707078"/>
            <a:ext cx="1403096" cy="1325563"/>
          </a:xfrm>
          <a:prstGeom prst="rect">
            <a:avLst/>
          </a:prstGeom>
          <a:solidFill>
            <a:schemeClr val="dk1">
              <a:alpha val="50000"/>
            </a:schemeClr>
          </a:solidFill>
          <a:ln>
            <a:noFill/>
          </a:ln>
        </p:spPr>
        <p:style>
          <a:lnRef idx="0">
            <a:srgbClr val="000000"/>
          </a:lnRef>
          <a:fillRef idx="0">
            <a:srgbClr val="000000"/>
          </a:fillRef>
          <a:effectRef idx="0">
            <a:srgbClr val="000000"/>
          </a:effectRef>
          <a:fontRef idx="minor">
            <a:schemeClr val="lt1"/>
          </a:fontRef>
        </p:style>
        <p:txBody>
          <a:bodyPr rtlCol="0" anchor="ctr"/>
          <a:lstStyle/>
          <a:p>
            <a:pPr algn="ctr">
              <a:defRPr/>
            </a:pPr>
            <a:r>
              <a:rPr lang="en-US"/>
              <a:t>DL model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0167961"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(IV) </a:t>
            </a:r>
            <a:endParaRPr lang="es-ES">
              <a:latin typeface="Trebuchet MS"/>
            </a:endParaRPr>
          </a:p>
        </p:txBody>
      </p:sp>
      <p:sp>
        <p:nvSpPr>
          <p:cNvPr id="279199545" name="3 Marcador de número de diapositiva"/>
          <p:cNvSpPr>
            <a:spLocks noGrp="1"/>
          </p:cNvSpPr>
          <p:nvPr>
            <p:ph type="sldNum" sz="quarter" idx="12"/>
          </p:nvPr>
        </p:nvSpPr>
        <p:spPr bwMode="auto">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B9408E43-FE1F-DA9E-1CE4-EFEE19A5A1E7}" type="slidenum">
              <a:rPr lang="en-GB"/>
              <a:t>31</a:t>
            </a:fld>
            <a:endParaRPr lang="en-GB"/>
          </a:p>
        </p:txBody>
      </p:sp>
      <p:pic>
        <p:nvPicPr>
          <p:cNvPr id="1616894723" name="Picture 2"/>
          <p:cNvPicPr>
            <a:picLocks noChangeAspect="1" noChangeArrowheads="1"/>
          </p:cNvPicPr>
          <p:nvPr/>
        </p:nvPicPr>
        <p:blipFill rotWithShape="1">
          <a:blip r:embed="rId3"/>
          <a:stretch/>
        </p:blipFill>
        <p:spPr bwMode="auto">
          <a:xfrm>
            <a:off x="2783141" y="1390648"/>
            <a:ext cx="4033538" cy="4639211"/>
          </a:xfrm>
          <a:prstGeom prst="rect">
            <a:avLst/>
          </a:prstGeom>
          <a:noFill/>
        </p:spPr>
      </p:pic>
      <p:sp>
        <p:nvSpPr>
          <p:cNvPr id="2003914802" name="Rectángulo 2"/>
          <p:cNvSpPr/>
          <p:nvPr/>
        </p:nvSpPr>
        <p:spPr bwMode="auto">
          <a:xfrm>
            <a:off x="4157660" y="3816616"/>
            <a:ext cx="2659017" cy="2136507"/>
          </a:xfrm>
          <a:prstGeom prst="rect">
            <a:avLst/>
          </a:prstGeom>
          <a:solidFill>
            <a:schemeClr val="dk1">
              <a:alpha val="50000"/>
            </a:schemeClr>
          </a:solidFill>
          <a:ln>
            <a:noFill/>
          </a:ln>
        </p:spPr>
        <p:style>
          <a:lnRef idx="0">
            <a:srgbClr val="000000"/>
          </a:lnRef>
          <a:fillRef idx="0">
            <a:srgbClr val="000000"/>
          </a:fillRef>
          <a:effectRef idx="0">
            <a:srgbClr val="000000"/>
          </a:effectRef>
          <a:fontRef idx="minor">
            <a:schemeClr val="lt1"/>
          </a:fontRef>
        </p:style>
        <p:txBody>
          <a:bodyPr rtlCol="0" anchor="ctr"/>
          <a:lstStyle/>
          <a:p>
            <a:pPr algn="ctr">
              <a:defRPr/>
            </a:pPr>
            <a:r>
              <a:rPr lang="en-US"/>
              <a:t>Postprocessing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8761041" name="1 Título"/>
          <p:cNvSpPr>
            <a:spLocks noGrp="1"/>
          </p:cNvSpPr>
          <p:nvPr>
            <p:ph type="title"/>
          </p:nvPr>
        </p:nvSpPr>
        <p:spPr bwMode="auto">
          <a:xfrm>
            <a:off x="628650" y="677040"/>
            <a:ext cx="7886700" cy="701730"/>
          </a:xfrm>
        </p:spPr>
        <p:txBody>
          <a:bodyPr vert="horz" lIns="91440" tIns="45720" rIns="91440" bIns="45720" rtlCol="0" anchor="ctr">
            <a:spAutoFit/>
          </a:bodyPr>
          <a:lstStyle/>
          <a:p>
            <a:pPr algn="ctr">
              <a:defRPr/>
            </a:pPr>
            <a:r>
              <a:rPr lang="en-US">
                <a:latin typeface="Trebuchet MS"/>
              </a:rPr>
              <a:t> Computer Vision and Deep Learning (V)</a:t>
            </a:r>
            <a:endParaRPr lang="es-ES">
              <a:latin typeface="Trebuchet MS"/>
            </a:endParaRPr>
          </a:p>
        </p:txBody>
      </p:sp>
      <p:sp>
        <p:nvSpPr>
          <p:cNvPr id="1922339910" name="3 Marcador de número de diapositiva"/>
          <p:cNvSpPr>
            <a:spLocks noGrp="1"/>
          </p:cNvSpPr>
          <p:nvPr>
            <p:ph type="sldNum" sz="quarter" idx="12"/>
          </p:nvPr>
        </p:nvSpPr>
        <p:spPr bwMode="auto">
          <a:prstGeom prst="rect">
            <a:avLst/>
          </a:prstGeom>
        </p:spPr>
        <p:txBody>
          <a:bodyPr vert="horz" lIns="91440" tIns="45720" rIns="91440" bIns="45720" rtlCol="0" anchor="ctr"/>
          <a:lstStyle>
            <a:defPPr>
              <a:defRPr lang="en-US"/>
            </a:defPPr>
            <a:lvl1pPr marL="0" algn="r" defTabSz="457200" rtl="0">
              <a:defRPr sz="1000">
                <a:solidFill>
                  <a:srgbClr val="7F7F7F"/>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60FD1778-19D1-A00D-BC76-EF6263B3183C}" type="slidenum">
              <a:rPr lang="en-GB"/>
              <a:t>32</a:t>
            </a:fld>
            <a:endParaRPr lang="en-GB"/>
          </a:p>
        </p:txBody>
      </p:sp>
      <p:pic>
        <p:nvPicPr>
          <p:cNvPr id="2127123690" name="Picture 6"/>
          <p:cNvPicPr>
            <a:picLocks noChangeAspect="1" noChangeArrowheads="1"/>
          </p:cNvPicPr>
          <p:nvPr/>
        </p:nvPicPr>
        <p:blipFill rotWithShape="1">
          <a:blip r:embed="rId3"/>
          <a:stretch/>
        </p:blipFill>
        <p:spPr bwMode="auto">
          <a:xfrm>
            <a:off x="928687" y="1785936"/>
            <a:ext cx="7743825" cy="32861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416784635" name="Shape 143"/>
          <p:cNvSpPr>
            <a:spLocks noGrp="1"/>
          </p:cNvSpPr>
          <p:nvPr>
            <p:ph type="title"/>
          </p:nvPr>
        </p:nvSpPr>
        <p:spPr bwMode="auto">
          <a:xfrm>
            <a:off x="457200" y="260646"/>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a:solidFill>
                  <a:srgbClr val="FFFFFF"/>
                </a:solidFill>
                <a:latin typeface="Calibri"/>
                <a:ea typeface="Arial"/>
                <a:cs typeface="Arial"/>
              </a:rPr>
              <a:t>EspINA     </a:t>
            </a:r>
            <a:endParaRPr>
              <a:solidFill>
                <a:srgbClr val="FFFFFF"/>
              </a:solidFill>
              <a:latin typeface="Calibri"/>
              <a:ea typeface="Arial"/>
              <a:cs typeface="Arial"/>
            </a:endParaRPr>
          </a:p>
        </p:txBody>
      </p:sp>
      <p:sp>
        <p:nvSpPr>
          <p:cNvPr id="917157656" name=""/>
          <p:cNvSpPr/>
          <p:nvPr/>
        </p:nvSpPr>
        <p:spPr bwMode="auto">
          <a:xfrm>
            <a:off x="4444560" y="3291840"/>
            <a:ext cx="255240" cy="366118"/>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516877989" name="cl04_32_33_espina_manipulate_facet"/>
          <p:cNvPicPr>
            <a:picLocks noChangeAspect="1"/>
          </p:cNvPicPr>
          <p:nvPr>
            <a:videoFile r:link="rId6"/>
          </p:nvPr>
        </p:nvPicPr>
        <p:blipFill rotWithShape="1">
          <a:blip r:embed="rId4"/>
          <a:stretch/>
        </p:blipFill>
        <p:spPr bwMode="auto">
          <a:xfrm flipH="0" flipV="0">
            <a:off x="2140198" y="1784065"/>
            <a:ext cx="4849702" cy="484970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lum/>
          </a:blip>
          <a:stretch/>
        </a:blipFill>
      </p:bgPr>
    </p:bg>
    <p:spTree>
      <p:nvGrpSpPr>
        <p:cNvPr id="1" name=""/>
        <p:cNvGrpSpPr/>
        <p:nvPr/>
      </p:nvGrpSpPr>
      <p:grpSpPr bwMode="auto">
        <a:xfrm>
          <a:off x="0" y="0"/>
          <a:ext cx="0" cy="0"/>
          <a:chOff x="0" y="0"/>
          <a:chExt cx="0" cy="0"/>
        </a:xfrm>
      </p:grpSpPr>
      <p:sp>
        <p:nvSpPr>
          <p:cNvPr id="1631717579" name="Shape 143"/>
          <p:cNvSpPr>
            <a:spLocks noGrp="1"/>
          </p:cNvSpPr>
          <p:nvPr>
            <p:ph type="title"/>
          </p:nvPr>
        </p:nvSpPr>
        <p:spPr bwMode="auto">
          <a:xfrm>
            <a:off x="457200" y="260645"/>
            <a:ext cx="8229600" cy="1143000"/>
          </a:xfrm>
          <a:prstGeom prst="rect">
            <a:avLst/>
          </a:prstGeom>
          <a:ln w="12700">
            <a:miter lim="400000"/>
          </a:ln>
        </p:spPr>
        <p:txBody>
          <a:bodyPr vertOverflow="overflow" horzOverflow="overflow" vert="horz" wrap="square" lIns="45717" tIns="45720" rIns="45717" bIns="45720" numCol="1" spcCol="0" rtlCol="0" fromWordArt="0" anchor="ctr" anchorCtr="0" forceAA="0" upright="0" compatLnSpc="0">
            <a:normAutofit/>
          </a:bodyPr>
          <a:lstStyle/>
          <a:p>
            <a:pPr algn="ctr">
              <a:lnSpc>
                <a:spcPct val="100000"/>
              </a:lnSpc>
              <a:spcBef>
                <a:spcPts val="0"/>
              </a:spcBef>
              <a:defRPr/>
            </a:pPr>
            <a:r>
              <a:rPr lang="es-ES">
                <a:solidFill>
                  <a:srgbClr val="FFFFFF"/>
                </a:solidFill>
                <a:latin typeface="Calibri"/>
                <a:ea typeface="Arial"/>
                <a:cs typeface="Arial"/>
              </a:rPr>
              <a:t>My work during these last year</a:t>
            </a:r>
            <a:endParaRPr>
              <a:solidFill>
                <a:srgbClr val="FFFFFF"/>
              </a:solidFill>
              <a:latin typeface="Calibri"/>
              <a:ea typeface="Arial"/>
              <a:cs typeface="Arial"/>
            </a:endParaRPr>
          </a:p>
        </p:txBody>
      </p:sp>
      <p:sp>
        <p:nvSpPr>
          <p:cNvPr id="1806901459" name=""/>
          <p:cNvSpPr/>
          <p:nvPr/>
        </p:nvSpPr>
        <p:spPr bwMode="auto">
          <a:xfrm>
            <a:off x="4444560" y="3291840"/>
            <a:ext cx="255240" cy="366117"/>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8685997" name="Shape 57"/>
          <p:cNvSpPr>
            <a:spLocks noGrp="1"/>
          </p:cNvSpPr>
          <p:nvPr>
            <p:ph type="title"/>
          </p:nvPr>
        </p:nvSpPr>
        <p:spPr bwMode="auto">
          <a:prstGeom prst="rect">
            <a:avLst/>
          </a:prstGeom>
        </p:spPr>
        <p:txBody>
          <a:bodyPr/>
          <a:lstStyle/>
          <a:p>
            <a:pPr>
              <a:defRPr/>
            </a:pPr>
            <a:r>
              <a:rPr lang="es-ES"/>
              <a:t>MMy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Helvetica"/>
        <a:ea typeface="Helvetica"/>
        <a:cs typeface="Helvetica"/>
      </a:majorFont>
      <a:minorFont>
        <a:latin typeface="Calibri"/>
        <a:ea typeface="Calibri"/>
        <a:cs typeface="Calibri"/>
      </a:minorFont>
    </a:fontScheme>
    <a:fmtScheme name="Tema de 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a:lstStyle/>
      <a:style>
        <a:lnRef idx="0">
          <a:srgbClr val="000000"/>
        </a:lnRef>
        <a:fillRef idx="0">
          <a:srgbClr val="000000"/>
        </a:fillRef>
        <a:effectRef idx="0">
          <a:srgbClr val="000000"/>
        </a:effectRef>
        <a:fontRef idx="none"/>
      </a:style>
    </a:spDef>
    <a:lnDef>
      <a:spPr bwMode="auto">
        <a:prstGeom prst="rect">
          <a:avLst/>
        </a:prstGeom>
        <a:noFill/>
        <a:ln w="25400" cap="flat">
          <a:solidFill>
            <a:schemeClr val="accent1"/>
          </a:solidFill>
          <a:prstDash val="solid"/>
          <a:round/>
        </a:ln>
        <a:effectLst>
          <a:outerShdw blurRad="38100" dist="20000" dir="5400000" rotWithShape="0">
            <a:srgbClr val="000000">
              <a:alpha val="38000"/>
            </a:srgbClr>
          </a:outerShdw>
        </a:effectLst>
      </a:spPr>
      <a:bodyPr/>
      <a:lstStyle/>
      <a:style>
        <a:lnRef idx="0">
          <a:srgbClr val="000000"/>
        </a:lnRef>
        <a:fillRef idx="0">
          <a:srgbClr val="000000"/>
        </a:fillRef>
        <a:effectRef idx="0">
          <a:srgbClr val="000000"/>
        </a:effectRef>
        <a:fontRef idx="none"/>
      </a:style>
    </a:lnDef>
    <a:txDef>
      <a:spPr bwMode="auto">
        <a:prstGeom prst="rect">
          <a:avLst/>
        </a:prstGeom>
        <a:noFill/>
        <a:ln w="12700" cap="flat">
          <a:noFill/>
          <a:miter lim="400000"/>
        </a:ln>
        <a:effectLst/>
      </a:spPr>
      <a:bodyPr/>
      <a:lstStyle/>
      <a:style>
        <a:lnRef idx="0">
          <a:srgbClr val="000000"/>
        </a:lnRef>
        <a:fillRef idx="0">
          <a:srgbClr val="000000"/>
        </a:fillRef>
        <a:effectRef idx="0">
          <a:srgbClr val="000000"/>
        </a:effectRef>
        <a:fontRef idx="none"/>
      </a:style>
    </a:tx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23</Slides>
  <Notes>23</Notes>
  <HiddenSlides>0</HiddenSlides>
  <MMClips>2</MMClips>
  <ScaleCrop>0</ScaleCrop>
  <HeadingPairs>
    <vt:vector size="4" baseType="variant">
      <vt:variant>
        <vt:lpstr>Theme</vt:lpstr>
      </vt:variant>
      <vt:variant>
        <vt:i4>2</vt:i4>
      </vt:variant>
      <vt:variant>
        <vt:lpstr>Slide Titles</vt:lpstr>
      </vt:variant>
      <vt:variant>
        <vt:i4>23</vt:i4>
      </vt:variant>
    </vt:vector>
  </HeadingPairs>
  <TitlesOfParts>
    <vt:vector size="25"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
  <cp:revision>615</cp:revision>
  <dcterms:modified xsi:type="dcterms:W3CDTF">2026-09-20T19:07:36Z</dcterms:modified>
</cp:coreProperties>
</file>